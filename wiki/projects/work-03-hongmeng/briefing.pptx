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7EB5"/>
                </a:solidFill>
                <a:latin typeface="Microsoft YaHei"/>
              </a:defRPr>
            </a:pPr>
            <a:r>
              <a:t>华为鸿蒙生态水质仪表市场情报简报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D4D4D"/>
                </a:solidFill>
                <a:latin typeface="Microsoft YaHei"/>
              </a:defRPr>
            </a:pPr>
            <a:r>
              <a:t>Hach中国IMS产品线 · 环博会特别版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99999"/>
                </a:solidFill>
                <a:latin typeface="Microsoft YaHei"/>
              </a:defRPr>
            </a:pPr>
            <a:r>
              <a:t>2026年4月20日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深圳环水 × 华为：战略合作的驱动力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深圳环水集团 × 华为技术：2025-01-23 坂田基地签约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深圳环水需要：数字化转型、国产化背书、智慧水务标杆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华为需要：水务关键场景落地鸿蒙生态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双方互需 → 战略合作 → 加速推进鸿蒙水务落地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关键人物：龚利民（深圳环水总裁）× 李俊风（华为公共事业军团总裁）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技术落地执行：马丹红（深圳水务科技自控工程部部长）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深圳已有多个落地案例：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- 章阁净水厂（2025-12）：全国首座鸿蒙水厂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- 五指耙水厂（2026-03）：30万吨/天，全国首座鸿蒙智慧水厂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- 大沙河流域（2026-03）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- 荷坳水厂（2026-03招标中）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数据来源：深圳政府在线、南方都市报、21世纪经济报道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竞争格局：谁已接入 / 传言接入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4D4D"/>
                </a:solidFill>
                <a:latin typeface="Microsoft YaHei"/>
              </a:defRPr>
            </a:pPr>
            <a:r>
              <a:t>已验证接入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三川智慧（超声波/电磁水表）：华为技术认证，对接华为云IoT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博铭维（管网机器人）：全链路鸿蒙生态，年会有主题论坛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尚易科技：鸿蒙边缘网关合作方，IPC3528已验证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深圳10余家仪表厂商：五指耙水厂项目，通过网关方案接入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4D4D"/>
                </a:solidFill>
                <a:latin typeface="Microsoft YaHei"/>
              </a:defRPr>
            </a:pPr>
            <a:r>
              <a:t>传言接入（未公开证实）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吉林光大分析技术：主营二次供水多参数监测仪（非工业水厂）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  → 产品定位：民用Residential二次供水，与Hach不同赛道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  → 鸿蒙认证：全网无公开证据，但消息来源较明确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  → 判断：可能有内部测试认证，未对外公开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600">
                <a:solidFill>
                  <a:srgbClr val="4D4D4D"/>
                </a:solidFill>
                <a:latin typeface="Microsoft YaHei"/>
              </a:defRPr>
            </a:pPr>
            <a:r>
              <a:t>• 汉威科技：有水质在线检测设备，水协年会有展示，鸿蒙关系不明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IMS视角：Hach核心竞品——吉林光大（非直接竞争但影响市场认知）、汉威科技（直接竞争）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技术路径：五指耙水厂实证分析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项目背景：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深圳深水宝安水务集团五指耙水厂改扩建工程（30万吨/天）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原有8类具身智能机器人 + 智能井盖 + 摄像头 + 消火栓等终端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来自10余厂商，协议不兼容，数据孤岛严重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技术方案：水鸿WaterHMOS分布式架构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核心定位：打破多厂商设备协议壁垒，统一数据调度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不是要求每家仪表厂商单独接入，而是系统集成层统一消化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接入方式：鸿蒙边缘网关（IPC3528/RK3568）+ B-LINK近场连接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具体接入架构：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仪表设备（MODBUS RTU/TCP） → 鸿蒙边缘网关 → 华为云IoT → WaterHMOS平台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华为云IoT提供设备接入和数据汇聚，WaterHMOS做统一调度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接入效果：运维效率提升30%+，误报率降低30%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对Hach的启示：深圳水务接受网关方案，仪表厂只需保证MODBUS输出，无需单独认证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数据来源：深圳水务科技公司、中国水网(h2o-china.com) 2024-12报道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Hach切入路径：行动建议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立即行动（0-3个月）：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1. 联系尚易科技：了解Hach + IPC3528网关集成可行性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2. 联系深圳水务科技马丹红团队：了解仪表接入具体要求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3. Hach仪表MODBUS数据通过网关测试：验证数据上传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中期（3-6个月）：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4. 成为深圳水务鸿蒙生态合作伙伴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5. 与华为云IoT完成兼容性测试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6. 数据手册标注「支持鸿蒙生态接入」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风险提示：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若深圳市场实质门槛形成（Hach尚未接入）→ 短期内无法在深投标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时间差 = 竞争对手抢单窗口期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IMS建议：以网关方案快速切入深圳市场，同步布局华为云IoT认证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IMS视角：转化率20%是核心痛点——接入鸿蒙生态可直接提升深圳项目竞争力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EB5"/>
                </a:solidFill>
                <a:latin typeface="Microsoft YaHei"/>
              </a:defRPr>
            </a:pPr>
            <a:r>
              <a:t>关键未知项与下一步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007E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需即时关注：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❓ 吉林光大认证传言的具体来源：是否光大官方宣传？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❓ 深圳是否有明确文件要求仪表必须支持鸿蒙接入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❓ 另外两个试点城市（销售提到4个城市：深圳 + 成都 + ？）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例行监控：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○ 水协2026年会后续报道：马丹红演讲全文、参展商名单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○ 深圳水务鸿蒙生态合作伙伴名单更新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○ 华为云IoT水务行业合作伙伴名单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下一步：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→ 向销售确认吉林光大消息来源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→ 联系尚易科技（网关合作方）获取技术规格</a:t>
            </a:r>
          </a:p>
          <a:p>
            <a:pPr>
              <a:spcAft>
                <a:spcPts val="1200"/>
              </a:spcAft>
              <a:defRPr sz="1800">
                <a:solidFill>
                  <a:srgbClr val="4D4D4D"/>
                </a:solidFill>
                <a:latin typeface="Microsoft YaHei"/>
              </a:defRPr>
            </a:pPr>
            <a:r>
              <a:t>•   → 接触深圳水务科技（马丹红团队）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99999"/>
                </a:solidFill>
                <a:latin typeface="Microsoft YaHei"/>
              </a:defRPr>
            </a:pPr>
            <a:r>
              <a:t>情报截止：2026-04-20 | 持续跟踪中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