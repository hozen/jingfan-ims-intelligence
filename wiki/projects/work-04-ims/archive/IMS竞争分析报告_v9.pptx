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1" r:id="rId4"/>
    <p:sldId id="263" r:id="rId5"/>
    <p:sldId id="270" r:id="rId6"/>
    <p:sldId id="272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rett Evans" initials="GE" lastIdx="8" clrIdx="0"/>
  <p:cmAuthor id="2" name="Reid, Jason" initials="R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B5"/>
    <a:srgbClr val="4D4D4D"/>
    <a:srgbClr val="4874C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716" y="52"/>
      </p:cViewPr>
      <p:guideLst>
        <p:guide orient="horz" pos="219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10858-109E-BD45-83F0-B754FAA6ACD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10858-109E-BD45-83F0-B754FAA6ACD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10858-109E-BD45-83F0-B754FAA6ACD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10.jpeg"/><Relationship Id="rId9" Type="http://schemas.openxmlformats.org/officeDocument/2006/relationships/image" Target="../media/image8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0199" y="1791081"/>
            <a:ext cx="3723709" cy="1754326"/>
          </a:xfrm>
        </p:spPr>
        <p:txBody>
          <a:bodyPr anchor="b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0200" y="3982350"/>
            <a:ext cx="3723707" cy="830997"/>
          </a:xfr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/>
          <a:srcRect/>
          <a:stretch>
            <a:fillRect/>
          </a:stretch>
        </p:blipFill>
        <p:spPr>
          <a:xfrm>
            <a:off x="266700" y="266700"/>
            <a:ext cx="7408718" cy="6324600"/>
          </a:xfrm>
          <a:prstGeom prst="round1Rect">
            <a:avLst>
              <a:gd name="adj" fmla="val 8804"/>
            </a:avLst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8159779" y="3754794"/>
            <a:ext cx="465912" cy="0"/>
          </a:xfrm>
          <a:prstGeom prst="line">
            <a:avLst/>
          </a:prstGeom>
          <a:ln w="53975">
            <a:solidFill>
              <a:srgbClr val="007E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 userDrawn="1"/>
        </p:nvGrpSpPr>
        <p:grpSpPr>
          <a:xfrm>
            <a:off x="1314994" y="1837355"/>
            <a:ext cx="5312129" cy="3547012"/>
            <a:chOff x="1667146" y="1781584"/>
            <a:chExt cx="4797222" cy="3203199"/>
          </a:xfrm>
        </p:grpSpPr>
        <p:sp>
          <p:nvSpPr>
            <p:cNvPr id="10" name="Freeform 15"/>
            <p:cNvSpPr/>
            <p:nvPr/>
          </p:nvSpPr>
          <p:spPr>
            <a:xfrm>
              <a:off x="1667146" y="1781584"/>
              <a:ext cx="4588386" cy="2294882"/>
            </a:xfrm>
            <a:custGeom>
              <a:avLst/>
              <a:gdLst>
                <a:gd name="connsiteX0" fmla="*/ 2294424 w 4588386"/>
                <a:gd name="connsiteY0" fmla="*/ 0 h 2294882"/>
                <a:gd name="connsiteX1" fmla="*/ 4588386 w 4588386"/>
                <a:gd name="connsiteY1" fmla="*/ 1147441 h 2294882"/>
                <a:gd name="connsiteX2" fmla="*/ 2294424 w 4588386"/>
                <a:gd name="connsiteY2" fmla="*/ 2294882 h 2294882"/>
                <a:gd name="connsiteX3" fmla="*/ 0 w 4588386"/>
                <a:gd name="connsiteY3" fmla="*/ 1147441 h 2294882"/>
                <a:gd name="connsiteX4" fmla="*/ 2294424 w 4588386"/>
                <a:gd name="connsiteY4" fmla="*/ 0 h 2294882"/>
                <a:gd name="connsiteX5" fmla="*/ 2293962 w 4588386"/>
                <a:gd name="connsiteY5" fmla="*/ 22494 h 2294882"/>
                <a:gd name="connsiteX6" fmla="*/ 715084 w 4588386"/>
                <a:gd name="connsiteY6" fmla="*/ 342857 h 2294882"/>
                <a:gd name="connsiteX7" fmla="*/ 45898 w 4588386"/>
                <a:gd name="connsiteY7" fmla="*/ 1141934 h 2294882"/>
                <a:gd name="connsiteX8" fmla="*/ 715084 w 4588386"/>
                <a:gd name="connsiteY8" fmla="*/ 1941016 h 2294882"/>
                <a:gd name="connsiteX9" fmla="*/ 2293962 w 4588386"/>
                <a:gd name="connsiteY9" fmla="*/ 2261379 h 2294882"/>
                <a:gd name="connsiteX10" fmla="*/ 3873304 w 4588386"/>
                <a:gd name="connsiteY10" fmla="*/ 1941016 h 2294882"/>
                <a:gd name="connsiteX11" fmla="*/ 4542489 w 4588386"/>
                <a:gd name="connsiteY11" fmla="*/ 1141934 h 2294882"/>
                <a:gd name="connsiteX12" fmla="*/ 3873304 w 4588386"/>
                <a:gd name="connsiteY12" fmla="*/ 342857 h 2294882"/>
                <a:gd name="connsiteX13" fmla="*/ 2293962 w 4588386"/>
                <a:gd name="connsiteY13" fmla="*/ 22494 h 229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88386" h="2294882">
                  <a:moveTo>
                    <a:pt x="2294424" y="0"/>
                  </a:moveTo>
                  <a:cubicBezTo>
                    <a:pt x="3561194" y="0"/>
                    <a:pt x="4588386" y="513591"/>
                    <a:pt x="4588386" y="1147441"/>
                  </a:cubicBezTo>
                  <a:cubicBezTo>
                    <a:pt x="4588386" y="1781286"/>
                    <a:pt x="3561657" y="2294882"/>
                    <a:pt x="2294424" y="2294882"/>
                  </a:cubicBezTo>
                  <a:cubicBezTo>
                    <a:pt x="1027187" y="2294882"/>
                    <a:pt x="0" y="1781286"/>
                    <a:pt x="0" y="1147441"/>
                  </a:cubicBezTo>
                  <a:cubicBezTo>
                    <a:pt x="0" y="513591"/>
                    <a:pt x="1027187" y="0"/>
                    <a:pt x="2294424" y="0"/>
                  </a:cubicBezTo>
                  <a:close/>
                  <a:moveTo>
                    <a:pt x="2293962" y="22494"/>
                  </a:moveTo>
                  <a:cubicBezTo>
                    <a:pt x="1697756" y="22494"/>
                    <a:pt x="1137342" y="136320"/>
                    <a:pt x="715084" y="342857"/>
                  </a:cubicBezTo>
                  <a:cubicBezTo>
                    <a:pt x="283188" y="553986"/>
                    <a:pt x="45898" y="837636"/>
                    <a:pt x="45898" y="1141934"/>
                  </a:cubicBezTo>
                  <a:cubicBezTo>
                    <a:pt x="45898" y="1446237"/>
                    <a:pt x="283188" y="1730344"/>
                    <a:pt x="715084" y="1941016"/>
                  </a:cubicBezTo>
                  <a:cubicBezTo>
                    <a:pt x="1137342" y="2147553"/>
                    <a:pt x="1698214" y="2261379"/>
                    <a:pt x="2293962" y="2261379"/>
                  </a:cubicBezTo>
                  <a:cubicBezTo>
                    <a:pt x="2889716" y="2261379"/>
                    <a:pt x="3450583" y="2147553"/>
                    <a:pt x="3873304" y="1941016"/>
                  </a:cubicBezTo>
                  <a:cubicBezTo>
                    <a:pt x="4304742" y="1729887"/>
                    <a:pt x="4542489" y="1446237"/>
                    <a:pt x="4542489" y="1141934"/>
                  </a:cubicBezTo>
                  <a:cubicBezTo>
                    <a:pt x="4542489" y="837636"/>
                    <a:pt x="4304742" y="553986"/>
                    <a:pt x="3873304" y="342857"/>
                  </a:cubicBezTo>
                  <a:cubicBezTo>
                    <a:pt x="3450583" y="136320"/>
                    <a:pt x="2890174" y="22494"/>
                    <a:pt x="2293962" y="2249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1" name="Freeform 16"/>
            <p:cNvSpPr/>
            <p:nvPr/>
          </p:nvSpPr>
          <p:spPr>
            <a:xfrm>
              <a:off x="1752515" y="1844010"/>
              <a:ext cx="4417189" cy="2159483"/>
            </a:xfrm>
            <a:custGeom>
              <a:avLst/>
              <a:gdLst>
                <a:gd name="connsiteX0" fmla="*/ 2208594 w 4417189"/>
                <a:gd name="connsiteY0" fmla="*/ 0 h 2159483"/>
                <a:gd name="connsiteX1" fmla="*/ 4417189 w 4417189"/>
                <a:gd name="connsiteY1" fmla="*/ 1079971 h 2159483"/>
                <a:gd name="connsiteX2" fmla="*/ 2208594 w 4417189"/>
                <a:gd name="connsiteY2" fmla="*/ 2159483 h 2159483"/>
                <a:gd name="connsiteX3" fmla="*/ 0 w 4417189"/>
                <a:gd name="connsiteY3" fmla="*/ 1079971 h 2159483"/>
                <a:gd name="connsiteX4" fmla="*/ 2208594 w 4417189"/>
                <a:gd name="connsiteY4" fmla="*/ 0 h 2159483"/>
                <a:gd name="connsiteX5" fmla="*/ 2208593 w 4417189"/>
                <a:gd name="connsiteY5" fmla="*/ 95461 h 2159483"/>
                <a:gd name="connsiteX6" fmla="*/ 290992 w 4417189"/>
                <a:gd name="connsiteY6" fmla="*/ 1079506 h 2159483"/>
                <a:gd name="connsiteX7" fmla="*/ 2209056 w 4417189"/>
                <a:gd name="connsiteY7" fmla="*/ 2064010 h 2159483"/>
                <a:gd name="connsiteX8" fmla="*/ 4126657 w 4417189"/>
                <a:gd name="connsiteY8" fmla="*/ 1079506 h 2159483"/>
                <a:gd name="connsiteX9" fmla="*/ 2208593 w 4417189"/>
                <a:gd name="connsiteY9" fmla="*/ 95461 h 21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7189" h="2159483">
                  <a:moveTo>
                    <a:pt x="2208594" y="0"/>
                  </a:moveTo>
                  <a:cubicBezTo>
                    <a:pt x="3428556" y="0"/>
                    <a:pt x="4417189" y="483301"/>
                    <a:pt x="4417189" y="1079971"/>
                  </a:cubicBezTo>
                  <a:cubicBezTo>
                    <a:pt x="4417189" y="1676640"/>
                    <a:pt x="3428556" y="2159483"/>
                    <a:pt x="2208594" y="2159483"/>
                  </a:cubicBezTo>
                  <a:cubicBezTo>
                    <a:pt x="988638" y="2159483"/>
                    <a:pt x="0" y="1676182"/>
                    <a:pt x="0" y="1079971"/>
                  </a:cubicBezTo>
                  <a:cubicBezTo>
                    <a:pt x="0" y="483759"/>
                    <a:pt x="988638" y="0"/>
                    <a:pt x="2208594" y="0"/>
                  </a:cubicBezTo>
                  <a:close/>
                  <a:moveTo>
                    <a:pt x="2208593" y="95461"/>
                  </a:moveTo>
                  <a:cubicBezTo>
                    <a:pt x="1149276" y="95461"/>
                    <a:pt x="290992" y="536078"/>
                    <a:pt x="290992" y="1079506"/>
                  </a:cubicBezTo>
                  <a:cubicBezTo>
                    <a:pt x="290992" y="1622935"/>
                    <a:pt x="1149739" y="2064010"/>
                    <a:pt x="2209056" y="2064010"/>
                  </a:cubicBezTo>
                  <a:cubicBezTo>
                    <a:pt x="3267911" y="2064010"/>
                    <a:pt x="4126657" y="1623393"/>
                    <a:pt x="4126657" y="1079506"/>
                  </a:cubicBezTo>
                  <a:cubicBezTo>
                    <a:pt x="4126199" y="536078"/>
                    <a:pt x="3267911" y="95461"/>
                    <a:pt x="2208593" y="9546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2" name="Freeform: Shape 14"/>
            <p:cNvSpPr/>
            <p:nvPr/>
          </p:nvSpPr>
          <p:spPr>
            <a:xfrm>
              <a:off x="4667932" y="2548077"/>
              <a:ext cx="963850" cy="688465"/>
            </a:xfrm>
            <a:custGeom>
              <a:avLst/>
              <a:gdLst>
                <a:gd name="connsiteX0" fmla="*/ 197739 w 200025"/>
                <a:gd name="connsiteY0" fmla="*/ 7239 h 142875"/>
                <a:gd name="connsiteX1" fmla="*/ 161354 w 200025"/>
                <a:gd name="connsiteY1" fmla="*/ 143161 h 142875"/>
                <a:gd name="connsiteX2" fmla="*/ 108585 w 200025"/>
                <a:gd name="connsiteY2" fmla="*/ 143256 h 142875"/>
                <a:gd name="connsiteX3" fmla="*/ 122301 w 200025"/>
                <a:gd name="connsiteY3" fmla="*/ 92202 h 142875"/>
                <a:gd name="connsiteX4" fmla="*/ 72962 w 200025"/>
                <a:gd name="connsiteY4" fmla="*/ 92202 h 142875"/>
                <a:gd name="connsiteX5" fmla="*/ 59246 w 200025"/>
                <a:gd name="connsiteY5" fmla="*/ 143161 h 142875"/>
                <a:gd name="connsiteX6" fmla="*/ 7144 w 200025"/>
                <a:gd name="connsiteY6" fmla="*/ 143256 h 142875"/>
                <a:gd name="connsiteX7" fmla="*/ 43053 w 200025"/>
                <a:gd name="connsiteY7" fmla="*/ 7144 h 142875"/>
                <a:gd name="connsiteX8" fmla="*/ 96488 w 200025"/>
                <a:gd name="connsiteY8" fmla="*/ 7334 h 142875"/>
                <a:gd name="connsiteX9" fmla="*/ 82106 w 200025"/>
                <a:gd name="connsiteY9" fmla="*/ 52959 h 142875"/>
                <a:gd name="connsiteX10" fmla="*/ 132683 w 200025"/>
                <a:gd name="connsiteY10" fmla="*/ 53054 h 142875"/>
                <a:gd name="connsiteX11" fmla="*/ 146399 w 200025"/>
                <a:gd name="connsiteY11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739" y="7239"/>
                  </a:moveTo>
                  <a:lnTo>
                    <a:pt x="161354" y="143161"/>
                  </a:lnTo>
                  <a:lnTo>
                    <a:pt x="108585" y="143256"/>
                  </a:lnTo>
                  <a:lnTo>
                    <a:pt x="122301" y="92202"/>
                  </a:lnTo>
                  <a:lnTo>
                    <a:pt x="72962" y="92202"/>
                  </a:lnTo>
                  <a:lnTo>
                    <a:pt x="59246" y="143161"/>
                  </a:lnTo>
                  <a:lnTo>
                    <a:pt x="7144" y="143256"/>
                  </a:lnTo>
                  <a:lnTo>
                    <a:pt x="43053" y="7144"/>
                  </a:lnTo>
                  <a:lnTo>
                    <a:pt x="96488" y="7334"/>
                  </a:lnTo>
                  <a:lnTo>
                    <a:pt x="82106" y="52959"/>
                  </a:lnTo>
                  <a:lnTo>
                    <a:pt x="132683" y="53054"/>
                  </a:lnTo>
                  <a:lnTo>
                    <a:pt x="14639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3" name="Freeform: Shape 15"/>
            <p:cNvSpPr/>
            <p:nvPr/>
          </p:nvSpPr>
          <p:spPr>
            <a:xfrm>
              <a:off x="6143085" y="2250198"/>
              <a:ext cx="321283" cy="321284"/>
            </a:xfrm>
            <a:custGeom>
              <a:avLst/>
              <a:gdLst>
                <a:gd name="connsiteX0" fmla="*/ 36576 w 66675"/>
                <a:gd name="connsiteY0" fmla="*/ 35814 h 66675"/>
                <a:gd name="connsiteX1" fmla="*/ 47149 w 66675"/>
                <a:gd name="connsiteY1" fmla="*/ 29718 h 66675"/>
                <a:gd name="connsiteX2" fmla="*/ 38767 w 66675"/>
                <a:gd name="connsiteY2" fmla="*/ 23622 h 66675"/>
                <a:gd name="connsiteX3" fmla="*/ 30861 w 66675"/>
                <a:gd name="connsiteY3" fmla="*/ 23622 h 66675"/>
                <a:gd name="connsiteX4" fmla="*/ 30861 w 66675"/>
                <a:gd name="connsiteY4" fmla="*/ 35814 h 66675"/>
                <a:gd name="connsiteX5" fmla="*/ 36576 w 66675"/>
                <a:gd name="connsiteY5" fmla="*/ 35814 h 66675"/>
                <a:gd name="connsiteX6" fmla="*/ 30861 w 66675"/>
                <a:gd name="connsiteY6" fmla="*/ 55150 h 66675"/>
                <a:gd name="connsiteX7" fmla="*/ 26480 w 66675"/>
                <a:gd name="connsiteY7" fmla="*/ 55150 h 66675"/>
                <a:gd name="connsiteX8" fmla="*/ 26480 w 66675"/>
                <a:gd name="connsiteY8" fmla="*/ 20003 h 66675"/>
                <a:gd name="connsiteX9" fmla="*/ 40005 w 66675"/>
                <a:gd name="connsiteY9" fmla="*/ 20003 h 66675"/>
                <a:gd name="connsiteX10" fmla="*/ 51435 w 66675"/>
                <a:gd name="connsiteY10" fmla="*/ 29718 h 66675"/>
                <a:gd name="connsiteX11" fmla="*/ 42577 w 66675"/>
                <a:gd name="connsiteY11" fmla="*/ 39529 h 66675"/>
                <a:gd name="connsiteX12" fmla="*/ 53054 w 66675"/>
                <a:gd name="connsiteY12" fmla="*/ 55150 h 66675"/>
                <a:gd name="connsiteX13" fmla="*/ 48006 w 66675"/>
                <a:gd name="connsiteY13" fmla="*/ 55150 h 66675"/>
                <a:gd name="connsiteX14" fmla="*/ 38100 w 66675"/>
                <a:gd name="connsiteY14" fmla="*/ 39529 h 66675"/>
                <a:gd name="connsiteX15" fmla="*/ 30766 w 66675"/>
                <a:gd name="connsiteY15" fmla="*/ 39529 h 66675"/>
                <a:gd name="connsiteX16" fmla="*/ 30766 w 66675"/>
                <a:gd name="connsiteY16" fmla="*/ 55150 h 66675"/>
                <a:gd name="connsiteX17" fmla="*/ 11906 w 66675"/>
                <a:gd name="connsiteY17" fmla="*/ 37528 h 66675"/>
                <a:gd name="connsiteX18" fmla="*/ 37624 w 66675"/>
                <a:gd name="connsiteY18" fmla="*/ 63627 h 66675"/>
                <a:gd name="connsiteX19" fmla="*/ 63341 w 66675"/>
                <a:gd name="connsiteY19" fmla="*/ 37528 h 66675"/>
                <a:gd name="connsiteX20" fmla="*/ 37624 w 66675"/>
                <a:gd name="connsiteY20" fmla="*/ 11430 h 66675"/>
                <a:gd name="connsiteX21" fmla="*/ 11906 w 66675"/>
                <a:gd name="connsiteY21" fmla="*/ 37528 h 66675"/>
                <a:gd name="connsiteX22" fmla="*/ 68009 w 66675"/>
                <a:gd name="connsiteY22" fmla="*/ 37528 h 66675"/>
                <a:gd name="connsiteX23" fmla="*/ 37624 w 66675"/>
                <a:gd name="connsiteY23" fmla="*/ 68009 h 66675"/>
                <a:gd name="connsiteX24" fmla="*/ 7144 w 66675"/>
                <a:gd name="connsiteY24" fmla="*/ 37528 h 66675"/>
                <a:gd name="connsiteX25" fmla="*/ 37624 w 66675"/>
                <a:gd name="connsiteY25" fmla="*/ 7144 h 66675"/>
                <a:gd name="connsiteX26" fmla="*/ 68009 w 66675"/>
                <a:gd name="connsiteY26" fmla="*/ 37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675" h="66675">
                  <a:moveTo>
                    <a:pt x="36576" y="35814"/>
                  </a:moveTo>
                  <a:cubicBezTo>
                    <a:pt x="41910" y="35814"/>
                    <a:pt x="47149" y="35623"/>
                    <a:pt x="47149" y="29718"/>
                  </a:cubicBezTo>
                  <a:cubicBezTo>
                    <a:pt x="47149" y="24860"/>
                    <a:pt x="43053" y="23622"/>
                    <a:pt x="38767" y="23622"/>
                  </a:cubicBezTo>
                  <a:lnTo>
                    <a:pt x="30861" y="23622"/>
                  </a:lnTo>
                  <a:lnTo>
                    <a:pt x="30861" y="35814"/>
                  </a:lnTo>
                  <a:lnTo>
                    <a:pt x="36576" y="35814"/>
                  </a:lnTo>
                  <a:close/>
                  <a:moveTo>
                    <a:pt x="30861" y="55150"/>
                  </a:moveTo>
                  <a:lnTo>
                    <a:pt x="26480" y="55150"/>
                  </a:lnTo>
                  <a:lnTo>
                    <a:pt x="26480" y="20003"/>
                  </a:lnTo>
                  <a:lnTo>
                    <a:pt x="40005" y="20003"/>
                  </a:lnTo>
                  <a:cubicBezTo>
                    <a:pt x="47911" y="20003"/>
                    <a:pt x="51435" y="23432"/>
                    <a:pt x="51435" y="29718"/>
                  </a:cubicBezTo>
                  <a:cubicBezTo>
                    <a:pt x="51435" y="35909"/>
                    <a:pt x="47339" y="38672"/>
                    <a:pt x="42577" y="39529"/>
                  </a:cubicBezTo>
                  <a:lnTo>
                    <a:pt x="53054" y="55150"/>
                  </a:lnTo>
                  <a:lnTo>
                    <a:pt x="48006" y="55150"/>
                  </a:lnTo>
                  <a:lnTo>
                    <a:pt x="38100" y="39529"/>
                  </a:lnTo>
                  <a:lnTo>
                    <a:pt x="30766" y="39529"/>
                  </a:lnTo>
                  <a:lnTo>
                    <a:pt x="30766" y="55150"/>
                  </a:lnTo>
                  <a:close/>
                  <a:moveTo>
                    <a:pt x="11906" y="37528"/>
                  </a:moveTo>
                  <a:cubicBezTo>
                    <a:pt x="11906" y="52102"/>
                    <a:pt x="22860" y="63627"/>
                    <a:pt x="37624" y="63627"/>
                  </a:cubicBezTo>
                  <a:cubicBezTo>
                    <a:pt x="52388" y="63627"/>
                    <a:pt x="63341" y="52102"/>
                    <a:pt x="63341" y="37528"/>
                  </a:cubicBezTo>
                  <a:cubicBezTo>
                    <a:pt x="63341" y="22955"/>
                    <a:pt x="52388" y="11430"/>
                    <a:pt x="37624" y="11430"/>
                  </a:cubicBezTo>
                  <a:cubicBezTo>
                    <a:pt x="22860" y="11430"/>
                    <a:pt x="11906" y="22955"/>
                    <a:pt x="11906" y="37528"/>
                  </a:cubicBezTo>
                  <a:moveTo>
                    <a:pt x="68009" y="37528"/>
                  </a:moveTo>
                  <a:cubicBezTo>
                    <a:pt x="68009" y="54673"/>
                    <a:pt x="54769" y="68009"/>
                    <a:pt x="37624" y="68009"/>
                  </a:cubicBezTo>
                  <a:cubicBezTo>
                    <a:pt x="20479" y="68009"/>
                    <a:pt x="7144" y="54673"/>
                    <a:pt x="7144" y="37528"/>
                  </a:cubicBezTo>
                  <a:cubicBezTo>
                    <a:pt x="7144" y="20479"/>
                    <a:pt x="20384" y="7144"/>
                    <a:pt x="37624" y="7144"/>
                  </a:cubicBezTo>
                  <a:cubicBezTo>
                    <a:pt x="54769" y="7144"/>
                    <a:pt x="68009" y="20479"/>
                    <a:pt x="68009" y="37528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4" name="Freeform: Shape 16"/>
            <p:cNvSpPr/>
            <p:nvPr/>
          </p:nvSpPr>
          <p:spPr>
            <a:xfrm>
              <a:off x="2263816" y="2546699"/>
              <a:ext cx="963850" cy="688465"/>
            </a:xfrm>
            <a:custGeom>
              <a:avLst/>
              <a:gdLst>
                <a:gd name="connsiteX0" fmla="*/ 197644 w 200025"/>
                <a:gd name="connsiteY0" fmla="*/ 7144 h 142875"/>
                <a:gd name="connsiteX1" fmla="*/ 161354 w 200025"/>
                <a:gd name="connsiteY1" fmla="*/ 143542 h 142875"/>
                <a:gd name="connsiteX2" fmla="*/ 108585 w 200025"/>
                <a:gd name="connsiteY2" fmla="*/ 143447 h 142875"/>
                <a:gd name="connsiteX3" fmla="*/ 122301 w 200025"/>
                <a:gd name="connsiteY3" fmla="*/ 92393 h 142875"/>
                <a:gd name="connsiteX4" fmla="*/ 72962 w 200025"/>
                <a:gd name="connsiteY4" fmla="*/ 92393 h 142875"/>
                <a:gd name="connsiteX5" fmla="*/ 59245 w 200025"/>
                <a:gd name="connsiteY5" fmla="*/ 143637 h 142875"/>
                <a:gd name="connsiteX6" fmla="*/ 7144 w 200025"/>
                <a:gd name="connsiteY6" fmla="*/ 143447 h 142875"/>
                <a:gd name="connsiteX7" fmla="*/ 43053 w 200025"/>
                <a:gd name="connsiteY7" fmla="*/ 7620 h 142875"/>
                <a:gd name="connsiteX8" fmla="*/ 96488 w 200025"/>
                <a:gd name="connsiteY8" fmla="*/ 7525 h 142875"/>
                <a:gd name="connsiteX9" fmla="*/ 82106 w 200025"/>
                <a:gd name="connsiteY9" fmla="*/ 53150 h 142875"/>
                <a:gd name="connsiteX10" fmla="*/ 132969 w 200025"/>
                <a:gd name="connsiteY10" fmla="*/ 52959 h 142875"/>
                <a:gd name="connsiteX11" fmla="*/ 146399 w 200025"/>
                <a:gd name="connsiteY11" fmla="*/ 733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644" y="7144"/>
                  </a:moveTo>
                  <a:lnTo>
                    <a:pt x="161354" y="143542"/>
                  </a:lnTo>
                  <a:lnTo>
                    <a:pt x="108585" y="143447"/>
                  </a:lnTo>
                  <a:lnTo>
                    <a:pt x="122301" y="92393"/>
                  </a:lnTo>
                  <a:lnTo>
                    <a:pt x="72962" y="92393"/>
                  </a:lnTo>
                  <a:lnTo>
                    <a:pt x="59245" y="143637"/>
                  </a:lnTo>
                  <a:lnTo>
                    <a:pt x="7144" y="143447"/>
                  </a:lnTo>
                  <a:lnTo>
                    <a:pt x="43053" y="7620"/>
                  </a:lnTo>
                  <a:lnTo>
                    <a:pt x="96488" y="7525"/>
                  </a:lnTo>
                  <a:lnTo>
                    <a:pt x="82106" y="53150"/>
                  </a:lnTo>
                  <a:lnTo>
                    <a:pt x="132969" y="52959"/>
                  </a:lnTo>
                  <a:lnTo>
                    <a:pt x="146399" y="733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5" name="Freeform: Shape 17"/>
            <p:cNvSpPr/>
            <p:nvPr/>
          </p:nvSpPr>
          <p:spPr>
            <a:xfrm>
              <a:off x="3056927" y="2548077"/>
              <a:ext cx="872055" cy="688465"/>
            </a:xfrm>
            <a:custGeom>
              <a:avLst/>
              <a:gdLst>
                <a:gd name="connsiteX0" fmla="*/ 99536 w 180975"/>
                <a:gd name="connsiteY0" fmla="*/ 88582 h 142875"/>
                <a:gd name="connsiteX1" fmla="*/ 124968 w 180975"/>
                <a:gd name="connsiteY1" fmla="*/ 88582 h 142875"/>
                <a:gd name="connsiteX2" fmla="*/ 122777 w 180975"/>
                <a:gd name="connsiteY2" fmla="*/ 50482 h 142875"/>
                <a:gd name="connsiteX3" fmla="*/ 99536 w 180975"/>
                <a:gd name="connsiteY3" fmla="*/ 88582 h 142875"/>
                <a:gd name="connsiteX4" fmla="*/ 160115 w 180975"/>
                <a:gd name="connsiteY4" fmla="*/ 7144 h 142875"/>
                <a:gd name="connsiteX5" fmla="*/ 182213 w 180975"/>
                <a:gd name="connsiteY5" fmla="*/ 143256 h 142875"/>
                <a:gd name="connsiteX6" fmla="*/ 129254 w 180975"/>
                <a:gd name="connsiteY6" fmla="*/ 143161 h 142875"/>
                <a:gd name="connsiteX7" fmla="*/ 128016 w 180975"/>
                <a:gd name="connsiteY7" fmla="*/ 126492 h 142875"/>
                <a:gd name="connsiteX8" fmla="*/ 75819 w 180975"/>
                <a:gd name="connsiteY8" fmla="*/ 126587 h 142875"/>
                <a:gd name="connsiteX9" fmla="*/ 65341 w 180975"/>
                <a:gd name="connsiteY9" fmla="*/ 143351 h 142875"/>
                <a:gd name="connsiteX10" fmla="*/ 7144 w 180975"/>
                <a:gd name="connsiteY10" fmla="*/ 143161 h 142875"/>
                <a:gd name="connsiteX11" fmla="*/ 103537 w 180975"/>
                <a:gd name="connsiteY11" fmla="*/ 7144 h 142875"/>
                <a:gd name="connsiteX12" fmla="*/ 160115 w 180975"/>
                <a:gd name="connsiteY12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975" h="142875">
                  <a:moveTo>
                    <a:pt x="99536" y="88582"/>
                  </a:moveTo>
                  <a:lnTo>
                    <a:pt x="124968" y="88582"/>
                  </a:lnTo>
                  <a:lnTo>
                    <a:pt x="122777" y="50482"/>
                  </a:lnTo>
                  <a:lnTo>
                    <a:pt x="99536" y="88582"/>
                  </a:lnTo>
                  <a:close/>
                  <a:moveTo>
                    <a:pt x="160115" y="7144"/>
                  </a:moveTo>
                  <a:lnTo>
                    <a:pt x="182213" y="143256"/>
                  </a:lnTo>
                  <a:lnTo>
                    <a:pt x="129254" y="143161"/>
                  </a:lnTo>
                  <a:lnTo>
                    <a:pt x="128016" y="126492"/>
                  </a:lnTo>
                  <a:lnTo>
                    <a:pt x="75819" y="126587"/>
                  </a:lnTo>
                  <a:lnTo>
                    <a:pt x="65341" y="143351"/>
                  </a:lnTo>
                  <a:lnTo>
                    <a:pt x="7144" y="143161"/>
                  </a:lnTo>
                  <a:lnTo>
                    <a:pt x="103537" y="7144"/>
                  </a:lnTo>
                  <a:lnTo>
                    <a:pt x="160115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6" name="Freeform: Shape 18"/>
            <p:cNvSpPr/>
            <p:nvPr/>
          </p:nvSpPr>
          <p:spPr>
            <a:xfrm>
              <a:off x="3924882" y="2517792"/>
              <a:ext cx="826157" cy="734362"/>
            </a:xfrm>
            <a:custGeom>
              <a:avLst/>
              <a:gdLst>
                <a:gd name="connsiteX0" fmla="*/ 121152 w 171450"/>
                <a:gd name="connsiteY0" fmla="*/ 60386 h 152400"/>
                <a:gd name="connsiteX1" fmla="*/ 106102 w 171450"/>
                <a:gd name="connsiteY1" fmla="*/ 39717 h 152400"/>
                <a:gd name="connsiteX2" fmla="*/ 63240 w 171450"/>
                <a:gd name="connsiteY2" fmla="*/ 71245 h 152400"/>
                <a:gd name="connsiteX3" fmla="*/ 78194 w 171450"/>
                <a:gd name="connsiteY3" fmla="*/ 120870 h 152400"/>
                <a:gd name="connsiteX4" fmla="*/ 115151 w 171450"/>
                <a:gd name="connsiteY4" fmla="*/ 96295 h 152400"/>
                <a:gd name="connsiteX5" fmla="*/ 162014 w 171450"/>
                <a:gd name="connsiteY5" fmla="*/ 96295 h 152400"/>
                <a:gd name="connsiteX6" fmla="*/ 134487 w 171450"/>
                <a:gd name="connsiteY6" fmla="*/ 135538 h 152400"/>
                <a:gd name="connsiteX7" fmla="*/ 19520 w 171450"/>
                <a:gd name="connsiteY7" fmla="*/ 130204 h 152400"/>
                <a:gd name="connsiteX8" fmla="*/ 44190 w 171450"/>
                <a:gd name="connsiteY8" fmla="*/ 21715 h 152400"/>
                <a:gd name="connsiteX9" fmla="*/ 160776 w 171450"/>
                <a:gd name="connsiteY9" fmla="*/ 31240 h 152400"/>
                <a:gd name="connsiteX10" fmla="*/ 168110 w 171450"/>
                <a:gd name="connsiteY10" fmla="*/ 60291 h 152400"/>
                <a:gd name="connsiteX11" fmla="*/ 121152 w 171450"/>
                <a:gd name="connsiteY11" fmla="*/ 6029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450" h="152400">
                  <a:moveTo>
                    <a:pt x="121152" y="60386"/>
                  </a:moveTo>
                  <a:cubicBezTo>
                    <a:pt x="120580" y="50861"/>
                    <a:pt x="116484" y="43527"/>
                    <a:pt x="106102" y="39717"/>
                  </a:cubicBezTo>
                  <a:cubicBezTo>
                    <a:pt x="89624" y="33716"/>
                    <a:pt x="68097" y="46289"/>
                    <a:pt x="63240" y="71245"/>
                  </a:cubicBezTo>
                  <a:cubicBezTo>
                    <a:pt x="59811" y="89152"/>
                    <a:pt x="53619" y="113345"/>
                    <a:pt x="78194" y="120870"/>
                  </a:cubicBezTo>
                  <a:cubicBezTo>
                    <a:pt x="91719" y="124966"/>
                    <a:pt x="107912" y="117631"/>
                    <a:pt x="115151" y="96295"/>
                  </a:cubicBezTo>
                  <a:lnTo>
                    <a:pt x="162014" y="96295"/>
                  </a:lnTo>
                  <a:cubicBezTo>
                    <a:pt x="156680" y="111345"/>
                    <a:pt x="147822" y="125632"/>
                    <a:pt x="134487" y="135538"/>
                  </a:cubicBezTo>
                  <a:cubicBezTo>
                    <a:pt x="100578" y="160780"/>
                    <a:pt x="37427" y="154969"/>
                    <a:pt x="19520" y="130204"/>
                  </a:cubicBezTo>
                  <a:cubicBezTo>
                    <a:pt x="-2959" y="99153"/>
                    <a:pt x="5137" y="46861"/>
                    <a:pt x="44190" y="21715"/>
                  </a:cubicBezTo>
                  <a:cubicBezTo>
                    <a:pt x="76956" y="664"/>
                    <a:pt x="139821" y="1236"/>
                    <a:pt x="160776" y="31240"/>
                  </a:cubicBezTo>
                  <a:cubicBezTo>
                    <a:pt x="165157" y="37431"/>
                    <a:pt x="167919" y="48194"/>
                    <a:pt x="168110" y="60291"/>
                  </a:cubicBezTo>
                  <a:lnTo>
                    <a:pt x="121152" y="6029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7" name="Freeform: Shape 19"/>
            <p:cNvSpPr/>
            <p:nvPr/>
          </p:nvSpPr>
          <p:spPr>
            <a:xfrm>
              <a:off x="2681487" y="4424373"/>
              <a:ext cx="413079" cy="458977"/>
            </a:xfrm>
            <a:custGeom>
              <a:avLst/>
              <a:gdLst>
                <a:gd name="connsiteX0" fmla="*/ 39053 w 85725"/>
                <a:gd name="connsiteY0" fmla="*/ 21145 h 95250"/>
                <a:gd name="connsiteX1" fmla="*/ 58293 w 85725"/>
                <a:gd name="connsiteY1" fmla="*/ 21145 h 95250"/>
                <a:gd name="connsiteX2" fmla="*/ 67913 w 85725"/>
                <a:gd name="connsiteY2" fmla="*/ 29623 h 95250"/>
                <a:gd name="connsiteX3" fmla="*/ 55626 w 85725"/>
                <a:gd name="connsiteY3" fmla="*/ 40481 h 95250"/>
                <a:gd name="connsiteX4" fmla="*/ 35052 w 85725"/>
                <a:gd name="connsiteY4" fmla="*/ 40481 h 95250"/>
                <a:gd name="connsiteX5" fmla="*/ 39053 w 85725"/>
                <a:gd name="connsiteY5" fmla="*/ 21145 h 95250"/>
                <a:gd name="connsiteX6" fmla="*/ 7144 w 85725"/>
                <a:gd name="connsiteY6" fmla="*/ 89630 h 95250"/>
                <a:gd name="connsiteX7" fmla="*/ 51149 w 85725"/>
                <a:gd name="connsiteY7" fmla="*/ 89630 h 95250"/>
                <a:gd name="connsiteX8" fmla="*/ 82677 w 85725"/>
                <a:gd name="connsiteY8" fmla="*/ 62579 h 95250"/>
                <a:gd name="connsiteX9" fmla="*/ 70390 w 85725"/>
                <a:gd name="connsiteY9" fmla="*/ 45815 h 95250"/>
                <a:gd name="connsiteX10" fmla="*/ 70390 w 85725"/>
                <a:gd name="connsiteY10" fmla="*/ 45625 h 95250"/>
                <a:gd name="connsiteX11" fmla="*/ 85916 w 85725"/>
                <a:gd name="connsiteY11" fmla="*/ 26479 h 95250"/>
                <a:gd name="connsiteX12" fmla="*/ 59150 w 85725"/>
                <a:gd name="connsiteY12" fmla="*/ 7144 h 95250"/>
                <a:gd name="connsiteX13" fmla="*/ 24479 w 85725"/>
                <a:gd name="connsiteY13" fmla="*/ 7144 h 95250"/>
                <a:gd name="connsiteX14" fmla="*/ 7144 w 85725"/>
                <a:gd name="connsiteY14" fmla="*/ 89630 h 95250"/>
                <a:gd name="connsiteX15" fmla="*/ 32480 w 85725"/>
                <a:gd name="connsiteY15" fmla="*/ 52864 h 95250"/>
                <a:gd name="connsiteX16" fmla="*/ 50292 w 85725"/>
                <a:gd name="connsiteY16" fmla="*/ 52864 h 95250"/>
                <a:gd name="connsiteX17" fmla="*/ 64675 w 85725"/>
                <a:gd name="connsiteY17" fmla="*/ 62198 h 95250"/>
                <a:gd name="connsiteX18" fmla="*/ 50482 w 85725"/>
                <a:gd name="connsiteY18" fmla="*/ 75533 h 95250"/>
                <a:gd name="connsiteX19" fmla="*/ 27622 w 85725"/>
                <a:gd name="connsiteY19" fmla="*/ 75533 h 95250"/>
                <a:gd name="connsiteX20" fmla="*/ 32480 w 85725"/>
                <a:gd name="connsiteY20" fmla="*/ 5286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725" h="95250">
                  <a:moveTo>
                    <a:pt x="39053" y="21145"/>
                  </a:moveTo>
                  <a:lnTo>
                    <a:pt x="58293" y="21145"/>
                  </a:lnTo>
                  <a:cubicBezTo>
                    <a:pt x="64198" y="21145"/>
                    <a:pt x="67913" y="23336"/>
                    <a:pt x="67913" y="29623"/>
                  </a:cubicBezTo>
                  <a:cubicBezTo>
                    <a:pt x="67913" y="36766"/>
                    <a:pt x="62198" y="40481"/>
                    <a:pt x="55626" y="40481"/>
                  </a:cubicBezTo>
                  <a:lnTo>
                    <a:pt x="35052" y="40481"/>
                  </a:lnTo>
                  <a:lnTo>
                    <a:pt x="39053" y="21145"/>
                  </a:lnTo>
                  <a:close/>
                  <a:moveTo>
                    <a:pt x="7144" y="89630"/>
                  </a:moveTo>
                  <a:lnTo>
                    <a:pt x="51149" y="89630"/>
                  </a:lnTo>
                  <a:cubicBezTo>
                    <a:pt x="67628" y="89630"/>
                    <a:pt x="82677" y="80486"/>
                    <a:pt x="82677" y="62579"/>
                  </a:cubicBezTo>
                  <a:cubicBezTo>
                    <a:pt x="82677" y="54578"/>
                    <a:pt x="78295" y="47911"/>
                    <a:pt x="70390" y="45815"/>
                  </a:cubicBezTo>
                  <a:lnTo>
                    <a:pt x="70390" y="45625"/>
                  </a:lnTo>
                  <a:cubicBezTo>
                    <a:pt x="80105" y="44482"/>
                    <a:pt x="85916" y="35814"/>
                    <a:pt x="85916" y="26479"/>
                  </a:cubicBezTo>
                  <a:cubicBezTo>
                    <a:pt x="85916" y="10763"/>
                    <a:pt x="75629" y="7144"/>
                    <a:pt x="59150" y="7144"/>
                  </a:cubicBezTo>
                  <a:lnTo>
                    <a:pt x="24479" y="7144"/>
                  </a:lnTo>
                  <a:lnTo>
                    <a:pt x="7144" y="89630"/>
                  </a:lnTo>
                  <a:close/>
                  <a:moveTo>
                    <a:pt x="32480" y="52864"/>
                  </a:moveTo>
                  <a:lnTo>
                    <a:pt x="50292" y="52864"/>
                  </a:lnTo>
                  <a:cubicBezTo>
                    <a:pt x="56864" y="52864"/>
                    <a:pt x="64675" y="53530"/>
                    <a:pt x="64675" y="62198"/>
                  </a:cubicBezTo>
                  <a:cubicBezTo>
                    <a:pt x="64675" y="70961"/>
                    <a:pt x="58674" y="75533"/>
                    <a:pt x="50482" y="75533"/>
                  </a:cubicBezTo>
                  <a:lnTo>
                    <a:pt x="27622" y="75533"/>
                  </a:lnTo>
                  <a:lnTo>
                    <a:pt x="32480" y="5286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8" name="Freeform: Shape 20"/>
            <p:cNvSpPr/>
            <p:nvPr/>
          </p:nvSpPr>
          <p:spPr>
            <a:xfrm>
              <a:off x="3102825" y="4526264"/>
              <a:ext cx="321283" cy="367181"/>
            </a:xfrm>
            <a:custGeom>
              <a:avLst/>
              <a:gdLst>
                <a:gd name="connsiteX0" fmla="*/ 66961 w 66675"/>
                <a:gd name="connsiteY0" fmla="*/ 42577 h 76200"/>
                <a:gd name="connsiteX1" fmla="*/ 67913 w 66675"/>
                <a:gd name="connsiteY1" fmla="*/ 33242 h 76200"/>
                <a:gd name="connsiteX2" fmla="*/ 40100 w 66675"/>
                <a:gd name="connsiteY2" fmla="*/ 7144 h 76200"/>
                <a:gd name="connsiteX3" fmla="*/ 7144 w 66675"/>
                <a:gd name="connsiteY3" fmla="*/ 44005 h 76200"/>
                <a:gd name="connsiteX4" fmla="*/ 33719 w 66675"/>
                <a:gd name="connsiteY4" fmla="*/ 70104 h 76200"/>
                <a:gd name="connsiteX5" fmla="*/ 64675 w 66675"/>
                <a:gd name="connsiteY5" fmla="*/ 49530 h 76200"/>
                <a:gd name="connsiteX6" fmla="*/ 48292 w 66675"/>
                <a:gd name="connsiteY6" fmla="*/ 49530 h 76200"/>
                <a:gd name="connsiteX7" fmla="*/ 36005 w 66675"/>
                <a:gd name="connsiteY7" fmla="*/ 57722 h 76200"/>
                <a:gd name="connsiteX8" fmla="*/ 22765 w 66675"/>
                <a:gd name="connsiteY8" fmla="*/ 46101 h 76200"/>
                <a:gd name="connsiteX9" fmla="*/ 22860 w 66675"/>
                <a:gd name="connsiteY9" fmla="*/ 42672 h 76200"/>
                <a:gd name="connsiteX10" fmla="*/ 66961 w 66675"/>
                <a:gd name="connsiteY10" fmla="*/ 42672 h 76200"/>
                <a:gd name="connsiteX11" fmla="*/ 24670 w 66675"/>
                <a:gd name="connsiteY11" fmla="*/ 32195 h 76200"/>
                <a:gd name="connsiteX12" fmla="*/ 40958 w 66675"/>
                <a:gd name="connsiteY12" fmla="*/ 19526 h 76200"/>
                <a:gd name="connsiteX13" fmla="*/ 52102 w 66675"/>
                <a:gd name="connsiteY13" fmla="*/ 32195 h 76200"/>
                <a:gd name="connsiteX14" fmla="*/ 24670 w 66675"/>
                <a:gd name="connsiteY14" fmla="*/ 32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675" h="76200">
                  <a:moveTo>
                    <a:pt x="66961" y="42577"/>
                  </a:moveTo>
                  <a:cubicBezTo>
                    <a:pt x="67532" y="39719"/>
                    <a:pt x="67913" y="36481"/>
                    <a:pt x="67913" y="33242"/>
                  </a:cubicBezTo>
                  <a:cubicBezTo>
                    <a:pt x="67913" y="15907"/>
                    <a:pt x="56674" y="7144"/>
                    <a:pt x="40100" y="7144"/>
                  </a:cubicBezTo>
                  <a:cubicBezTo>
                    <a:pt x="19717" y="7144"/>
                    <a:pt x="7144" y="24955"/>
                    <a:pt x="7144" y="44005"/>
                  </a:cubicBezTo>
                  <a:cubicBezTo>
                    <a:pt x="7144" y="60960"/>
                    <a:pt x="17812" y="70104"/>
                    <a:pt x="33719" y="70104"/>
                  </a:cubicBezTo>
                  <a:cubicBezTo>
                    <a:pt x="50959" y="70104"/>
                    <a:pt x="59436" y="62960"/>
                    <a:pt x="64675" y="49530"/>
                  </a:cubicBezTo>
                  <a:lnTo>
                    <a:pt x="48292" y="49530"/>
                  </a:lnTo>
                  <a:cubicBezTo>
                    <a:pt x="45815" y="53340"/>
                    <a:pt x="42672" y="57722"/>
                    <a:pt x="36005" y="57722"/>
                  </a:cubicBezTo>
                  <a:cubicBezTo>
                    <a:pt x="27146" y="57722"/>
                    <a:pt x="22765" y="52959"/>
                    <a:pt x="22765" y="46101"/>
                  </a:cubicBezTo>
                  <a:cubicBezTo>
                    <a:pt x="22765" y="45149"/>
                    <a:pt x="22765" y="44101"/>
                    <a:pt x="22860" y="42672"/>
                  </a:cubicBezTo>
                  <a:lnTo>
                    <a:pt x="66961" y="42672"/>
                  </a:lnTo>
                  <a:close/>
                  <a:moveTo>
                    <a:pt x="24670" y="32195"/>
                  </a:moveTo>
                  <a:cubicBezTo>
                    <a:pt x="27051" y="25527"/>
                    <a:pt x="31718" y="19526"/>
                    <a:pt x="40958" y="19526"/>
                  </a:cubicBezTo>
                  <a:cubicBezTo>
                    <a:pt x="50578" y="19526"/>
                    <a:pt x="52102" y="26099"/>
                    <a:pt x="52102" y="32195"/>
                  </a:cubicBezTo>
                  <a:lnTo>
                    <a:pt x="24670" y="3219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9" name="Freeform: Shape 21"/>
            <p:cNvSpPr/>
            <p:nvPr/>
          </p:nvSpPr>
          <p:spPr>
            <a:xfrm>
              <a:off x="3591634" y="4423891"/>
              <a:ext cx="458976" cy="458977"/>
            </a:xfrm>
            <a:custGeom>
              <a:avLst/>
              <a:gdLst>
                <a:gd name="connsiteX0" fmla="*/ 7144 w 95250"/>
                <a:gd name="connsiteY0" fmla="*/ 89635 h 95250"/>
                <a:gd name="connsiteX1" fmla="*/ 25241 w 95250"/>
                <a:gd name="connsiteY1" fmla="*/ 89635 h 95250"/>
                <a:gd name="connsiteX2" fmla="*/ 32099 w 95250"/>
                <a:gd name="connsiteY2" fmla="*/ 57440 h 95250"/>
                <a:gd name="connsiteX3" fmla="*/ 49244 w 95250"/>
                <a:gd name="connsiteY3" fmla="*/ 57440 h 95250"/>
                <a:gd name="connsiteX4" fmla="*/ 61150 w 95250"/>
                <a:gd name="connsiteY4" fmla="*/ 67346 h 95250"/>
                <a:gd name="connsiteX5" fmla="*/ 60198 w 95250"/>
                <a:gd name="connsiteY5" fmla="*/ 84110 h 95250"/>
                <a:gd name="connsiteX6" fmla="*/ 60960 w 95250"/>
                <a:gd name="connsiteY6" fmla="*/ 89635 h 95250"/>
                <a:gd name="connsiteX7" fmla="*/ 78676 w 95250"/>
                <a:gd name="connsiteY7" fmla="*/ 89635 h 95250"/>
                <a:gd name="connsiteX8" fmla="*/ 77533 w 95250"/>
                <a:gd name="connsiteY8" fmla="*/ 80014 h 95250"/>
                <a:gd name="connsiteX9" fmla="*/ 78105 w 95250"/>
                <a:gd name="connsiteY9" fmla="*/ 65727 h 95250"/>
                <a:gd name="connsiteX10" fmla="*/ 69532 w 95250"/>
                <a:gd name="connsiteY10" fmla="*/ 51154 h 95250"/>
                <a:gd name="connsiteX11" fmla="*/ 69532 w 95250"/>
                <a:gd name="connsiteY11" fmla="*/ 50963 h 95250"/>
                <a:gd name="connsiteX12" fmla="*/ 88487 w 95250"/>
                <a:gd name="connsiteY12" fmla="*/ 28770 h 95250"/>
                <a:gd name="connsiteX13" fmla="*/ 63913 w 95250"/>
                <a:gd name="connsiteY13" fmla="*/ 7148 h 95250"/>
                <a:gd name="connsiteX14" fmla="*/ 24479 w 95250"/>
                <a:gd name="connsiteY14" fmla="*/ 7148 h 95250"/>
                <a:gd name="connsiteX15" fmla="*/ 7144 w 95250"/>
                <a:gd name="connsiteY15" fmla="*/ 89635 h 95250"/>
                <a:gd name="connsiteX16" fmla="*/ 39719 w 95250"/>
                <a:gd name="connsiteY16" fmla="*/ 21245 h 95250"/>
                <a:gd name="connsiteX17" fmla="*/ 56959 w 95250"/>
                <a:gd name="connsiteY17" fmla="*/ 21245 h 95250"/>
                <a:gd name="connsiteX18" fmla="*/ 70390 w 95250"/>
                <a:gd name="connsiteY18" fmla="*/ 31437 h 95250"/>
                <a:gd name="connsiteX19" fmla="*/ 51625 w 95250"/>
                <a:gd name="connsiteY19" fmla="*/ 44486 h 95250"/>
                <a:gd name="connsiteX20" fmla="*/ 34862 w 95250"/>
                <a:gd name="connsiteY20" fmla="*/ 44486 h 95250"/>
                <a:gd name="connsiteX21" fmla="*/ 39719 w 95250"/>
                <a:gd name="connsiteY21" fmla="*/ 2124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5250" h="95250">
                  <a:moveTo>
                    <a:pt x="7144" y="89635"/>
                  </a:moveTo>
                  <a:lnTo>
                    <a:pt x="25241" y="89635"/>
                  </a:lnTo>
                  <a:lnTo>
                    <a:pt x="32099" y="57440"/>
                  </a:lnTo>
                  <a:lnTo>
                    <a:pt x="49244" y="57440"/>
                  </a:lnTo>
                  <a:cubicBezTo>
                    <a:pt x="56388" y="57440"/>
                    <a:pt x="61150" y="59440"/>
                    <a:pt x="61150" y="67346"/>
                  </a:cubicBezTo>
                  <a:cubicBezTo>
                    <a:pt x="61150" y="72871"/>
                    <a:pt x="60198" y="78586"/>
                    <a:pt x="60198" y="84110"/>
                  </a:cubicBezTo>
                  <a:cubicBezTo>
                    <a:pt x="60198" y="86015"/>
                    <a:pt x="60579" y="87730"/>
                    <a:pt x="60960" y="89635"/>
                  </a:cubicBezTo>
                  <a:lnTo>
                    <a:pt x="78676" y="89635"/>
                  </a:lnTo>
                  <a:cubicBezTo>
                    <a:pt x="77724" y="87253"/>
                    <a:pt x="77533" y="83729"/>
                    <a:pt x="77533" y="80014"/>
                  </a:cubicBezTo>
                  <a:cubicBezTo>
                    <a:pt x="77533" y="74966"/>
                    <a:pt x="78105" y="69442"/>
                    <a:pt x="78105" y="65727"/>
                  </a:cubicBezTo>
                  <a:cubicBezTo>
                    <a:pt x="78105" y="59250"/>
                    <a:pt x="76391" y="53249"/>
                    <a:pt x="69532" y="51154"/>
                  </a:cubicBezTo>
                  <a:lnTo>
                    <a:pt x="69532" y="50963"/>
                  </a:lnTo>
                  <a:cubicBezTo>
                    <a:pt x="80677" y="49344"/>
                    <a:pt x="88487" y="40009"/>
                    <a:pt x="88487" y="28770"/>
                  </a:cubicBezTo>
                  <a:cubicBezTo>
                    <a:pt x="88487" y="12863"/>
                    <a:pt x="78772" y="6958"/>
                    <a:pt x="63913" y="7148"/>
                  </a:cubicBezTo>
                  <a:lnTo>
                    <a:pt x="24479" y="7148"/>
                  </a:lnTo>
                  <a:lnTo>
                    <a:pt x="7144" y="89635"/>
                  </a:lnTo>
                  <a:close/>
                  <a:moveTo>
                    <a:pt x="39719" y="21245"/>
                  </a:moveTo>
                  <a:lnTo>
                    <a:pt x="56959" y="21245"/>
                  </a:lnTo>
                  <a:cubicBezTo>
                    <a:pt x="64103" y="21245"/>
                    <a:pt x="70390" y="22483"/>
                    <a:pt x="70390" y="31437"/>
                  </a:cubicBezTo>
                  <a:cubicBezTo>
                    <a:pt x="70390" y="40676"/>
                    <a:pt x="61246" y="44391"/>
                    <a:pt x="51625" y="44486"/>
                  </a:cubicBezTo>
                  <a:lnTo>
                    <a:pt x="34862" y="44486"/>
                  </a:lnTo>
                  <a:lnTo>
                    <a:pt x="39719" y="212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0" name="Freeform: Shape 22"/>
            <p:cNvSpPr/>
            <p:nvPr/>
          </p:nvSpPr>
          <p:spPr>
            <a:xfrm>
              <a:off x="4000125" y="4423911"/>
              <a:ext cx="229488" cy="458977"/>
            </a:xfrm>
            <a:custGeom>
              <a:avLst/>
              <a:gdLst>
                <a:gd name="connsiteX0" fmla="*/ 38290 w 47625"/>
                <a:gd name="connsiteY0" fmla="*/ 20669 h 95250"/>
                <a:gd name="connsiteX1" fmla="*/ 21717 w 47625"/>
                <a:gd name="connsiteY1" fmla="*/ 20669 h 95250"/>
                <a:gd name="connsiteX2" fmla="*/ 24765 w 47625"/>
                <a:gd name="connsiteY2" fmla="*/ 7144 h 95250"/>
                <a:gd name="connsiteX3" fmla="*/ 41338 w 47625"/>
                <a:gd name="connsiteY3" fmla="*/ 7144 h 95250"/>
                <a:gd name="connsiteX4" fmla="*/ 38290 w 47625"/>
                <a:gd name="connsiteY4" fmla="*/ 20669 h 95250"/>
                <a:gd name="connsiteX5" fmla="*/ 19907 w 47625"/>
                <a:gd name="connsiteY5" fmla="*/ 29908 h 95250"/>
                <a:gd name="connsiteX6" fmla="*/ 36481 w 47625"/>
                <a:gd name="connsiteY6" fmla="*/ 29908 h 95250"/>
                <a:gd name="connsiteX7" fmla="*/ 23717 w 47625"/>
                <a:gd name="connsiteY7" fmla="*/ 89630 h 95250"/>
                <a:gd name="connsiteX8" fmla="*/ 7144 w 47625"/>
                <a:gd name="connsiteY8" fmla="*/ 89630 h 95250"/>
                <a:gd name="connsiteX9" fmla="*/ 19907 w 47625"/>
                <a:gd name="connsiteY9" fmla="*/ 299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95250">
                  <a:moveTo>
                    <a:pt x="38290" y="20669"/>
                  </a:moveTo>
                  <a:lnTo>
                    <a:pt x="21717" y="20669"/>
                  </a:lnTo>
                  <a:lnTo>
                    <a:pt x="24765" y="7144"/>
                  </a:lnTo>
                  <a:lnTo>
                    <a:pt x="41338" y="7144"/>
                  </a:lnTo>
                  <a:lnTo>
                    <a:pt x="38290" y="20669"/>
                  </a:lnTo>
                  <a:close/>
                  <a:moveTo>
                    <a:pt x="19907" y="29908"/>
                  </a:moveTo>
                  <a:lnTo>
                    <a:pt x="36481" y="29908"/>
                  </a:lnTo>
                  <a:lnTo>
                    <a:pt x="23717" y="89630"/>
                  </a:lnTo>
                  <a:lnTo>
                    <a:pt x="7144" y="89630"/>
                  </a:lnTo>
                  <a:lnTo>
                    <a:pt x="19907" y="2990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1" name="Freeform: Shape 23"/>
            <p:cNvSpPr/>
            <p:nvPr/>
          </p:nvSpPr>
          <p:spPr>
            <a:xfrm>
              <a:off x="4150669" y="4525806"/>
              <a:ext cx="367181" cy="458977"/>
            </a:xfrm>
            <a:custGeom>
              <a:avLst/>
              <a:gdLst>
                <a:gd name="connsiteX0" fmla="*/ 77724 w 76200"/>
                <a:gd name="connsiteY0" fmla="*/ 8763 h 95250"/>
                <a:gd name="connsiteX1" fmla="*/ 62008 w 76200"/>
                <a:gd name="connsiteY1" fmla="*/ 8763 h 95250"/>
                <a:gd name="connsiteX2" fmla="*/ 60103 w 76200"/>
                <a:gd name="connsiteY2" fmla="*/ 17907 h 95250"/>
                <a:gd name="connsiteX3" fmla="*/ 59817 w 76200"/>
                <a:gd name="connsiteY3" fmla="*/ 17907 h 95250"/>
                <a:gd name="connsiteX4" fmla="*/ 41529 w 76200"/>
                <a:gd name="connsiteY4" fmla="*/ 7144 h 95250"/>
                <a:gd name="connsiteX5" fmla="*/ 11335 w 76200"/>
                <a:gd name="connsiteY5" fmla="*/ 43244 h 95250"/>
                <a:gd name="connsiteX6" fmla="*/ 34290 w 76200"/>
                <a:gd name="connsiteY6" fmla="*/ 67627 h 95250"/>
                <a:gd name="connsiteX7" fmla="*/ 50673 w 76200"/>
                <a:gd name="connsiteY7" fmla="*/ 59150 h 95250"/>
                <a:gd name="connsiteX8" fmla="*/ 50864 w 76200"/>
                <a:gd name="connsiteY8" fmla="*/ 59341 h 95250"/>
                <a:gd name="connsiteX9" fmla="*/ 34290 w 76200"/>
                <a:gd name="connsiteY9" fmla="*/ 80105 h 95250"/>
                <a:gd name="connsiteX10" fmla="*/ 23527 w 76200"/>
                <a:gd name="connsiteY10" fmla="*/ 71533 h 95250"/>
                <a:gd name="connsiteX11" fmla="*/ 7144 w 76200"/>
                <a:gd name="connsiteY11" fmla="*/ 71533 h 95250"/>
                <a:gd name="connsiteX12" fmla="*/ 32671 w 76200"/>
                <a:gd name="connsiteY12" fmla="*/ 91059 h 95250"/>
                <a:gd name="connsiteX13" fmla="*/ 65627 w 76200"/>
                <a:gd name="connsiteY13" fmla="*/ 65246 h 95250"/>
                <a:gd name="connsiteX14" fmla="*/ 77724 w 76200"/>
                <a:gd name="connsiteY14" fmla="*/ 8763 h 95250"/>
                <a:gd name="connsiteX15" fmla="*/ 44672 w 76200"/>
                <a:gd name="connsiteY15" fmla="*/ 19526 h 95250"/>
                <a:gd name="connsiteX16" fmla="*/ 56483 w 76200"/>
                <a:gd name="connsiteY16" fmla="*/ 32480 h 95250"/>
                <a:gd name="connsiteX17" fmla="*/ 39052 w 76200"/>
                <a:gd name="connsiteY17" fmla="*/ 55245 h 95250"/>
                <a:gd name="connsiteX18" fmla="*/ 27908 w 76200"/>
                <a:gd name="connsiteY18" fmla="*/ 42100 h 95250"/>
                <a:gd name="connsiteX19" fmla="*/ 44672 w 76200"/>
                <a:gd name="connsiteY19" fmla="*/ 1952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200" h="95250">
                  <a:moveTo>
                    <a:pt x="77724" y="8763"/>
                  </a:moveTo>
                  <a:lnTo>
                    <a:pt x="62008" y="8763"/>
                  </a:lnTo>
                  <a:lnTo>
                    <a:pt x="60103" y="17907"/>
                  </a:lnTo>
                  <a:lnTo>
                    <a:pt x="59817" y="17907"/>
                  </a:lnTo>
                  <a:cubicBezTo>
                    <a:pt x="56483" y="10096"/>
                    <a:pt x="49816" y="7144"/>
                    <a:pt x="41529" y="7144"/>
                  </a:cubicBezTo>
                  <a:cubicBezTo>
                    <a:pt x="22384" y="7144"/>
                    <a:pt x="11335" y="25718"/>
                    <a:pt x="11335" y="43244"/>
                  </a:cubicBezTo>
                  <a:cubicBezTo>
                    <a:pt x="11335" y="57912"/>
                    <a:pt x="20098" y="67627"/>
                    <a:pt x="34290" y="67627"/>
                  </a:cubicBezTo>
                  <a:cubicBezTo>
                    <a:pt x="40957" y="67627"/>
                    <a:pt x="46387" y="64865"/>
                    <a:pt x="50673" y="59150"/>
                  </a:cubicBezTo>
                  <a:lnTo>
                    <a:pt x="50864" y="59341"/>
                  </a:lnTo>
                  <a:cubicBezTo>
                    <a:pt x="47625" y="71056"/>
                    <a:pt x="44672" y="80105"/>
                    <a:pt x="34290" y="80105"/>
                  </a:cubicBezTo>
                  <a:cubicBezTo>
                    <a:pt x="28956" y="80105"/>
                    <a:pt x="23336" y="77533"/>
                    <a:pt x="23527" y="71533"/>
                  </a:cubicBezTo>
                  <a:lnTo>
                    <a:pt x="7144" y="71533"/>
                  </a:lnTo>
                  <a:cubicBezTo>
                    <a:pt x="7144" y="85820"/>
                    <a:pt x="20574" y="91059"/>
                    <a:pt x="32671" y="91059"/>
                  </a:cubicBezTo>
                  <a:cubicBezTo>
                    <a:pt x="52483" y="91059"/>
                    <a:pt x="61627" y="83439"/>
                    <a:pt x="65627" y="65246"/>
                  </a:cubicBezTo>
                  <a:lnTo>
                    <a:pt x="77724" y="8763"/>
                  </a:lnTo>
                  <a:close/>
                  <a:moveTo>
                    <a:pt x="44672" y="19526"/>
                  </a:moveTo>
                  <a:cubicBezTo>
                    <a:pt x="52673" y="19526"/>
                    <a:pt x="56483" y="24955"/>
                    <a:pt x="56483" y="32480"/>
                  </a:cubicBezTo>
                  <a:cubicBezTo>
                    <a:pt x="56483" y="42672"/>
                    <a:pt x="50864" y="55245"/>
                    <a:pt x="39052" y="55245"/>
                  </a:cubicBezTo>
                  <a:cubicBezTo>
                    <a:pt x="31432" y="55245"/>
                    <a:pt x="27908" y="49149"/>
                    <a:pt x="27908" y="42100"/>
                  </a:cubicBezTo>
                  <a:cubicBezTo>
                    <a:pt x="27908" y="32480"/>
                    <a:pt x="33719" y="19526"/>
                    <a:pt x="44672" y="19526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2" name="Freeform: Shape 24"/>
            <p:cNvSpPr/>
            <p:nvPr/>
          </p:nvSpPr>
          <p:spPr>
            <a:xfrm>
              <a:off x="4506377" y="4423911"/>
              <a:ext cx="367181" cy="458977"/>
            </a:xfrm>
            <a:custGeom>
              <a:avLst/>
              <a:gdLst>
                <a:gd name="connsiteX0" fmla="*/ 24479 w 76200"/>
                <a:gd name="connsiteY0" fmla="*/ 7144 h 95250"/>
                <a:gd name="connsiteX1" fmla="*/ 40862 w 76200"/>
                <a:gd name="connsiteY1" fmla="*/ 7144 h 95250"/>
                <a:gd name="connsiteX2" fmla="*/ 34766 w 76200"/>
                <a:gd name="connsiteY2" fmla="*/ 36862 h 95250"/>
                <a:gd name="connsiteX3" fmla="*/ 34957 w 76200"/>
                <a:gd name="connsiteY3" fmla="*/ 36862 h 95250"/>
                <a:gd name="connsiteX4" fmla="*/ 54673 w 76200"/>
                <a:gd name="connsiteY4" fmla="*/ 28289 h 95250"/>
                <a:gd name="connsiteX5" fmla="*/ 72104 w 76200"/>
                <a:gd name="connsiteY5" fmla="*/ 44387 h 95250"/>
                <a:gd name="connsiteX6" fmla="*/ 70390 w 76200"/>
                <a:gd name="connsiteY6" fmla="*/ 54674 h 95250"/>
                <a:gd name="connsiteX7" fmla="*/ 62960 w 76200"/>
                <a:gd name="connsiteY7" fmla="*/ 89725 h 95250"/>
                <a:gd name="connsiteX8" fmla="*/ 46577 w 76200"/>
                <a:gd name="connsiteY8" fmla="*/ 89725 h 95250"/>
                <a:gd name="connsiteX9" fmla="*/ 53816 w 76200"/>
                <a:gd name="connsiteY9" fmla="*/ 54674 h 95250"/>
                <a:gd name="connsiteX10" fmla="*/ 54864 w 76200"/>
                <a:gd name="connsiteY10" fmla="*/ 47434 h 95250"/>
                <a:gd name="connsiteX11" fmla="*/ 46958 w 76200"/>
                <a:gd name="connsiteY11" fmla="*/ 41339 h 95250"/>
                <a:gd name="connsiteX12" fmla="*/ 30194 w 76200"/>
                <a:gd name="connsiteY12" fmla="*/ 58007 h 95250"/>
                <a:gd name="connsiteX13" fmla="*/ 23527 w 76200"/>
                <a:gd name="connsiteY13" fmla="*/ 89821 h 95250"/>
                <a:gd name="connsiteX14" fmla="*/ 7144 w 76200"/>
                <a:gd name="connsiteY14" fmla="*/ 89821 h 95250"/>
                <a:gd name="connsiteX15" fmla="*/ 24479 w 76200"/>
                <a:gd name="connsiteY1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200" h="95250">
                  <a:moveTo>
                    <a:pt x="24479" y="7144"/>
                  </a:moveTo>
                  <a:lnTo>
                    <a:pt x="40862" y="7144"/>
                  </a:lnTo>
                  <a:lnTo>
                    <a:pt x="34766" y="36862"/>
                  </a:lnTo>
                  <a:lnTo>
                    <a:pt x="34957" y="36862"/>
                  </a:lnTo>
                  <a:cubicBezTo>
                    <a:pt x="37529" y="33433"/>
                    <a:pt x="44006" y="28289"/>
                    <a:pt x="54673" y="28289"/>
                  </a:cubicBezTo>
                  <a:cubicBezTo>
                    <a:pt x="66008" y="28289"/>
                    <a:pt x="72104" y="33909"/>
                    <a:pt x="72104" y="44387"/>
                  </a:cubicBezTo>
                  <a:cubicBezTo>
                    <a:pt x="72104" y="46863"/>
                    <a:pt x="70866" y="52578"/>
                    <a:pt x="70390" y="54674"/>
                  </a:cubicBezTo>
                  <a:lnTo>
                    <a:pt x="62960" y="89725"/>
                  </a:lnTo>
                  <a:lnTo>
                    <a:pt x="46577" y="89725"/>
                  </a:lnTo>
                  <a:lnTo>
                    <a:pt x="53816" y="54674"/>
                  </a:lnTo>
                  <a:cubicBezTo>
                    <a:pt x="54292" y="52959"/>
                    <a:pt x="54864" y="49054"/>
                    <a:pt x="54864" y="47434"/>
                  </a:cubicBezTo>
                  <a:cubicBezTo>
                    <a:pt x="54864" y="43815"/>
                    <a:pt x="50863" y="41339"/>
                    <a:pt x="46958" y="41339"/>
                  </a:cubicBezTo>
                  <a:cubicBezTo>
                    <a:pt x="37052" y="41339"/>
                    <a:pt x="31909" y="49625"/>
                    <a:pt x="30194" y="58007"/>
                  </a:cubicBezTo>
                  <a:lnTo>
                    <a:pt x="23527" y="89821"/>
                  </a:lnTo>
                  <a:lnTo>
                    <a:pt x="7144" y="89821"/>
                  </a:lnTo>
                  <a:lnTo>
                    <a:pt x="2447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3" name="Freeform: Shape 25"/>
            <p:cNvSpPr/>
            <p:nvPr/>
          </p:nvSpPr>
          <p:spPr>
            <a:xfrm>
              <a:off x="4877688" y="4445942"/>
              <a:ext cx="229488" cy="413079"/>
            </a:xfrm>
            <a:custGeom>
              <a:avLst/>
              <a:gdLst>
                <a:gd name="connsiteX0" fmla="*/ 36671 w 47625"/>
                <a:gd name="connsiteY0" fmla="*/ 25336 h 85725"/>
                <a:gd name="connsiteX1" fmla="*/ 48482 w 47625"/>
                <a:gd name="connsiteY1" fmla="*/ 25336 h 85725"/>
                <a:gd name="connsiteX2" fmla="*/ 45910 w 47625"/>
                <a:gd name="connsiteY2" fmla="*/ 36290 h 85725"/>
                <a:gd name="connsiteX3" fmla="*/ 34195 w 47625"/>
                <a:gd name="connsiteY3" fmla="*/ 36290 h 85725"/>
                <a:gd name="connsiteX4" fmla="*/ 28099 w 47625"/>
                <a:gd name="connsiteY4" fmla="*/ 66008 h 85725"/>
                <a:gd name="connsiteX5" fmla="*/ 27623 w 47625"/>
                <a:gd name="connsiteY5" fmla="*/ 68770 h 85725"/>
                <a:gd name="connsiteX6" fmla="*/ 33147 w 47625"/>
                <a:gd name="connsiteY6" fmla="*/ 73152 h 85725"/>
                <a:gd name="connsiteX7" fmla="*/ 39053 w 47625"/>
                <a:gd name="connsiteY7" fmla="*/ 72771 h 85725"/>
                <a:gd name="connsiteX8" fmla="*/ 36290 w 47625"/>
                <a:gd name="connsiteY8" fmla="*/ 85439 h 85725"/>
                <a:gd name="connsiteX9" fmla="*/ 26003 w 47625"/>
                <a:gd name="connsiteY9" fmla="*/ 86011 h 85725"/>
                <a:gd name="connsiteX10" fmla="*/ 10382 w 47625"/>
                <a:gd name="connsiteY10" fmla="*/ 73914 h 85725"/>
                <a:gd name="connsiteX11" fmla="*/ 11240 w 47625"/>
                <a:gd name="connsiteY11" fmla="*/ 68199 h 85725"/>
                <a:gd name="connsiteX12" fmla="*/ 17907 w 47625"/>
                <a:gd name="connsiteY12" fmla="*/ 36195 h 85725"/>
                <a:gd name="connsiteX13" fmla="*/ 7144 w 47625"/>
                <a:gd name="connsiteY13" fmla="*/ 36195 h 85725"/>
                <a:gd name="connsiteX14" fmla="*/ 9716 w 47625"/>
                <a:gd name="connsiteY14" fmla="*/ 25241 h 85725"/>
                <a:gd name="connsiteX15" fmla="*/ 20193 w 47625"/>
                <a:gd name="connsiteY15" fmla="*/ 25241 h 85725"/>
                <a:gd name="connsiteX16" fmla="*/ 23908 w 47625"/>
                <a:gd name="connsiteY16" fmla="*/ 7144 h 85725"/>
                <a:gd name="connsiteX17" fmla="*/ 40291 w 47625"/>
                <a:gd name="connsiteY17" fmla="*/ 7144 h 85725"/>
                <a:gd name="connsiteX18" fmla="*/ 36671 w 47625"/>
                <a:gd name="connsiteY18" fmla="*/ 253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625" h="85725">
                  <a:moveTo>
                    <a:pt x="36671" y="25336"/>
                  </a:moveTo>
                  <a:lnTo>
                    <a:pt x="48482" y="25336"/>
                  </a:lnTo>
                  <a:lnTo>
                    <a:pt x="45910" y="36290"/>
                  </a:lnTo>
                  <a:lnTo>
                    <a:pt x="34195" y="36290"/>
                  </a:lnTo>
                  <a:lnTo>
                    <a:pt x="28099" y="66008"/>
                  </a:lnTo>
                  <a:cubicBezTo>
                    <a:pt x="27908" y="67247"/>
                    <a:pt x="27623" y="68294"/>
                    <a:pt x="27623" y="68770"/>
                  </a:cubicBezTo>
                  <a:cubicBezTo>
                    <a:pt x="27623" y="73057"/>
                    <a:pt x="30766" y="73152"/>
                    <a:pt x="33147" y="73152"/>
                  </a:cubicBezTo>
                  <a:cubicBezTo>
                    <a:pt x="35147" y="73152"/>
                    <a:pt x="37052" y="73057"/>
                    <a:pt x="39053" y="72771"/>
                  </a:cubicBezTo>
                  <a:lnTo>
                    <a:pt x="36290" y="85439"/>
                  </a:lnTo>
                  <a:cubicBezTo>
                    <a:pt x="32957" y="85820"/>
                    <a:pt x="29432" y="86011"/>
                    <a:pt x="26003" y="86011"/>
                  </a:cubicBezTo>
                  <a:cubicBezTo>
                    <a:pt x="18383" y="86011"/>
                    <a:pt x="10192" y="83534"/>
                    <a:pt x="10382" y="73914"/>
                  </a:cubicBezTo>
                  <a:cubicBezTo>
                    <a:pt x="10382" y="72390"/>
                    <a:pt x="10763" y="70295"/>
                    <a:pt x="11240" y="68199"/>
                  </a:cubicBezTo>
                  <a:lnTo>
                    <a:pt x="17907" y="36195"/>
                  </a:lnTo>
                  <a:lnTo>
                    <a:pt x="7144" y="36195"/>
                  </a:lnTo>
                  <a:lnTo>
                    <a:pt x="9716" y="25241"/>
                  </a:lnTo>
                  <a:lnTo>
                    <a:pt x="20193" y="25241"/>
                  </a:lnTo>
                  <a:lnTo>
                    <a:pt x="23908" y="7144"/>
                  </a:lnTo>
                  <a:lnTo>
                    <a:pt x="40291" y="7144"/>
                  </a:lnTo>
                  <a:lnTo>
                    <a:pt x="36671" y="2533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4" name="Freeform: Shape 26"/>
            <p:cNvSpPr/>
            <p:nvPr/>
          </p:nvSpPr>
          <p:spPr>
            <a:xfrm>
              <a:off x="5103962" y="4371590"/>
              <a:ext cx="321283" cy="183591"/>
            </a:xfrm>
            <a:custGeom>
              <a:avLst/>
              <a:gdLst>
                <a:gd name="connsiteX0" fmla="*/ 30956 w 66675"/>
                <a:gd name="connsiteY0" fmla="*/ 12859 h 38100"/>
                <a:gd name="connsiteX1" fmla="*/ 22574 w 66675"/>
                <a:gd name="connsiteY1" fmla="*/ 12859 h 38100"/>
                <a:gd name="connsiteX2" fmla="*/ 22574 w 66675"/>
                <a:gd name="connsiteY2" fmla="*/ 36481 h 38100"/>
                <a:gd name="connsiteX3" fmla="*/ 15431 w 66675"/>
                <a:gd name="connsiteY3" fmla="*/ 36481 h 38100"/>
                <a:gd name="connsiteX4" fmla="*/ 15431 w 66675"/>
                <a:gd name="connsiteY4" fmla="*/ 12859 h 38100"/>
                <a:gd name="connsiteX5" fmla="*/ 7144 w 66675"/>
                <a:gd name="connsiteY5" fmla="*/ 12859 h 38100"/>
                <a:gd name="connsiteX6" fmla="*/ 7144 w 66675"/>
                <a:gd name="connsiteY6" fmla="*/ 7144 h 38100"/>
                <a:gd name="connsiteX7" fmla="*/ 31052 w 66675"/>
                <a:gd name="connsiteY7" fmla="*/ 7144 h 38100"/>
                <a:gd name="connsiteX8" fmla="*/ 31052 w 66675"/>
                <a:gd name="connsiteY8" fmla="*/ 12859 h 38100"/>
                <a:gd name="connsiteX9" fmla="*/ 68675 w 66675"/>
                <a:gd name="connsiteY9" fmla="*/ 36481 h 38100"/>
                <a:gd name="connsiteX10" fmla="*/ 61913 w 66675"/>
                <a:gd name="connsiteY10" fmla="*/ 36481 h 38100"/>
                <a:gd name="connsiteX11" fmla="*/ 61913 w 66675"/>
                <a:gd name="connsiteY11" fmla="*/ 15716 h 38100"/>
                <a:gd name="connsiteX12" fmla="*/ 61722 w 66675"/>
                <a:gd name="connsiteY12" fmla="*/ 15716 h 38100"/>
                <a:gd name="connsiteX13" fmla="*/ 54197 w 66675"/>
                <a:gd name="connsiteY13" fmla="*/ 36481 h 38100"/>
                <a:gd name="connsiteX14" fmla="*/ 49244 w 66675"/>
                <a:gd name="connsiteY14" fmla="*/ 36481 h 38100"/>
                <a:gd name="connsiteX15" fmla="*/ 41720 w 66675"/>
                <a:gd name="connsiteY15" fmla="*/ 15716 h 38100"/>
                <a:gd name="connsiteX16" fmla="*/ 41624 w 66675"/>
                <a:gd name="connsiteY16" fmla="*/ 15716 h 38100"/>
                <a:gd name="connsiteX17" fmla="*/ 41624 w 66675"/>
                <a:gd name="connsiteY17" fmla="*/ 36481 h 38100"/>
                <a:gd name="connsiteX18" fmla="*/ 34766 w 66675"/>
                <a:gd name="connsiteY18" fmla="*/ 36481 h 38100"/>
                <a:gd name="connsiteX19" fmla="*/ 34766 w 66675"/>
                <a:gd name="connsiteY19" fmla="*/ 7239 h 38100"/>
                <a:gd name="connsiteX20" fmla="*/ 44387 w 66675"/>
                <a:gd name="connsiteY20" fmla="*/ 7239 h 38100"/>
                <a:gd name="connsiteX21" fmla="*/ 51721 w 66675"/>
                <a:gd name="connsiteY21" fmla="*/ 26479 h 38100"/>
                <a:gd name="connsiteX22" fmla="*/ 59055 w 66675"/>
                <a:gd name="connsiteY22" fmla="*/ 7239 h 38100"/>
                <a:gd name="connsiteX23" fmla="*/ 68675 w 66675"/>
                <a:gd name="connsiteY23" fmla="*/ 7239 h 38100"/>
                <a:gd name="connsiteX24" fmla="*/ 68675 w 66675"/>
                <a:gd name="connsiteY24" fmla="*/ 3648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" h="38100">
                  <a:moveTo>
                    <a:pt x="30956" y="12859"/>
                  </a:moveTo>
                  <a:lnTo>
                    <a:pt x="22574" y="12859"/>
                  </a:lnTo>
                  <a:lnTo>
                    <a:pt x="22574" y="36481"/>
                  </a:lnTo>
                  <a:lnTo>
                    <a:pt x="15431" y="36481"/>
                  </a:lnTo>
                  <a:lnTo>
                    <a:pt x="15431" y="12859"/>
                  </a:lnTo>
                  <a:lnTo>
                    <a:pt x="7144" y="12859"/>
                  </a:lnTo>
                  <a:lnTo>
                    <a:pt x="7144" y="7144"/>
                  </a:lnTo>
                  <a:lnTo>
                    <a:pt x="31052" y="7144"/>
                  </a:lnTo>
                  <a:lnTo>
                    <a:pt x="31052" y="12859"/>
                  </a:lnTo>
                  <a:close/>
                  <a:moveTo>
                    <a:pt x="68675" y="36481"/>
                  </a:moveTo>
                  <a:lnTo>
                    <a:pt x="61913" y="36481"/>
                  </a:lnTo>
                  <a:lnTo>
                    <a:pt x="61913" y="15716"/>
                  </a:lnTo>
                  <a:lnTo>
                    <a:pt x="61722" y="15716"/>
                  </a:lnTo>
                  <a:lnTo>
                    <a:pt x="54197" y="36481"/>
                  </a:lnTo>
                  <a:lnTo>
                    <a:pt x="49244" y="36481"/>
                  </a:lnTo>
                  <a:lnTo>
                    <a:pt x="41720" y="15716"/>
                  </a:lnTo>
                  <a:lnTo>
                    <a:pt x="41624" y="15716"/>
                  </a:lnTo>
                  <a:lnTo>
                    <a:pt x="41624" y="36481"/>
                  </a:lnTo>
                  <a:lnTo>
                    <a:pt x="34766" y="36481"/>
                  </a:lnTo>
                  <a:lnTo>
                    <a:pt x="34766" y="7239"/>
                  </a:lnTo>
                  <a:lnTo>
                    <a:pt x="44387" y="7239"/>
                  </a:lnTo>
                  <a:lnTo>
                    <a:pt x="51721" y="26479"/>
                  </a:lnTo>
                  <a:lnTo>
                    <a:pt x="59055" y="7239"/>
                  </a:lnTo>
                  <a:lnTo>
                    <a:pt x="68675" y="7239"/>
                  </a:lnTo>
                  <a:lnTo>
                    <a:pt x="68675" y="3648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</p:grp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83640-C306-4B0B-8EF4-C148645FD5F4}" type="datetime1">
              <a:rPr lang="en-US" smtClean="0"/>
              <a:t>1/17/2024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772160" y="5896610"/>
            <a:ext cx="2865755" cy="306070"/>
            <a:chOff x="1012" y="9286"/>
            <a:chExt cx="4513" cy="482"/>
          </a:xfrm>
        </p:grpSpPr>
        <p:pic>
          <p:nvPicPr>
            <p:cNvPr id="36" name="图片 35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37" name="图片 36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38" name="图片 37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39" name="图片 38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22720" y="-1"/>
            <a:ext cx="12146560" cy="6858003"/>
          </a:xfrm>
          <a:prstGeom prst="rect">
            <a:avLst/>
          </a:prstGeom>
        </p:spPr>
      </p:pic>
      <p:sp>
        <p:nvSpPr>
          <p:cNvPr id="61" name="Freeform 2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266700 w 12192000"/>
              <a:gd name="connsiteY5" fmla="*/ 266700 h 6858000"/>
              <a:gd name="connsiteX6" fmla="*/ 266700 w 12192000"/>
              <a:gd name="connsiteY6" fmla="*/ 6591300 h 6858000"/>
              <a:gd name="connsiteX7" fmla="*/ 11925300 w 12192000"/>
              <a:gd name="connsiteY7" fmla="*/ 6591300 h 6858000"/>
              <a:gd name="connsiteX8" fmla="*/ 11925300 w 12192000"/>
              <a:gd name="connsiteY8" fmla="*/ 775388 h 6858000"/>
              <a:gd name="connsiteX9" fmla="*/ 11416612 w 12192000"/>
              <a:gd name="connsiteY9" fmla="*/ 266700 h 6858000"/>
              <a:gd name="connsiteX10" fmla="*/ 266700 w 12192000"/>
              <a:gd name="connsiteY10" fmla="*/ 266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66700" y="266700"/>
                </a:moveTo>
                <a:lnTo>
                  <a:pt x="266700" y="6591300"/>
                </a:lnTo>
                <a:lnTo>
                  <a:pt x="11925300" y="6591300"/>
                </a:lnTo>
                <a:lnTo>
                  <a:pt x="11925300" y="775388"/>
                </a:lnTo>
                <a:cubicBezTo>
                  <a:pt x="11925300" y="494447"/>
                  <a:pt x="11697553" y="266700"/>
                  <a:pt x="11416612" y="266700"/>
                </a:cubicBezTo>
                <a:lnTo>
                  <a:pt x="266700" y="266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 userDrawn="1"/>
        </p:nvGrpSpPr>
        <p:grpSpPr>
          <a:xfrm>
            <a:off x="7743675" y="977320"/>
            <a:ext cx="3671721" cy="2451680"/>
            <a:chOff x="1667146" y="1781584"/>
            <a:chExt cx="4797222" cy="3203199"/>
          </a:xfrm>
        </p:grpSpPr>
        <p:sp>
          <p:nvSpPr>
            <p:cNvPr id="45" name="Freeform 48"/>
            <p:cNvSpPr/>
            <p:nvPr/>
          </p:nvSpPr>
          <p:spPr>
            <a:xfrm>
              <a:off x="1667146" y="1781584"/>
              <a:ext cx="4588386" cy="2294882"/>
            </a:xfrm>
            <a:custGeom>
              <a:avLst/>
              <a:gdLst>
                <a:gd name="connsiteX0" fmla="*/ 2294424 w 4588386"/>
                <a:gd name="connsiteY0" fmla="*/ 0 h 2294882"/>
                <a:gd name="connsiteX1" fmla="*/ 4588386 w 4588386"/>
                <a:gd name="connsiteY1" fmla="*/ 1147441 h 2294882"/>
                <a:gd name="connsiteX2" fmla="*/ 2294424 w 4588386"/>
                <a:gd name="connsiteY2" fmla="*/ 2294882 h 2294882"/>
                <a:gd name="connsiteX3" fmla="*/ 0 w 4588386"/>
                <a:gd name="connsiteY3" fmla="*/ 1147441 h 2294882"/>
                <a:gd name="connsiteX4" fmla="*/ 2294424 w 4588386"/>
                <a:gd name="connsiteY4" fmla="*/ 0 h 2294882"/>
                <a:gd name="connsiteX5" fmla="*/ 2293962 w 4588386"/>
                <a:gd name="connsiteY5" fmla="*/ 22494 h 2294882"/>
                <a:gd name="connsiteX6" fmla="*/ 715084 w 4588386"/>
                <a:gd name="connsiteY6" fmla="*/ 342857 h 2294882"/>
                <a:gd name="connsiteX7" fmla="*/ 45898 w 4588386"/>
                <a:gd name="connsiteY7" fmla="*/ 1141934 h 2294882"/>
                <a:gd name="connsiteX8" fmla="*/ 715084 w 4588386"/>
                <a:gd name="connsiteY8" fmla="*/ 1941016 h 2294882"/>
                <a:gd name="connsiteX9" fmla="*/ 2293962 w 4588386"/>
                <a:gd name="connsiteY9" fmla="*/ 2261379 h 2294882"/>
                <a:gd name="connsiteX10" fmla="*/ 3873304 w 4588386"/>
                <a:gd name="connsiteY10" fmla="*/ 1941016 h 2294882"/>
                <a:gd name="connsiteX11" fmla="*/ 4542489 w 4588386"/>
                <a:gd name="connsiteY11" fmla="*/ 1141934 h 2294882"/>
                <a:gd name="connsiteX12" fmla="*/ 3873304 w 4588386"/>
                <a:gd name="connsiteY12" fmla="*/ 342857 h 2294882"/>
                <a:gd name="connsiteX13" fmla="*/ 2293962 w 4588386"/>
                <a:gd name="connsiteY13" fmla="*/ 22494 h 229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88386" h="2294882">
                  <a:moveTo>
                    <a:pt x="2294424" y="0"/>
                  </a:moveTo>
                  <a:cubicBezTo>
                    <a:pt x="3561194" y="0"/>
                    <a:pt x="4588386" y="513591"/>
                    <a:pt x="4588386" y="1147441"/>
                  </a:cubicBezTo>
                  <a:cubicBezTo>
                    <a:pt x="4588386" y="1781286"/>
                    <a:pt x="3561657" y="2294882"/>
                    <a:pt x="2294424" y="2294882"/>
                  </a:cubicBezTo>
                  <a:cubicBezTo>
                    <a:pt x="1027187" y="2294882"/>
                    <a:pt x="0" y="1781286"/>
                    <a:pt x="0" y="1147441"/>
                  </a:cubicBezTo>
                  <a:cubicBezTo>
                    <a:pt x="0" y="513591"/>
                    <a:pt x="1027187" y="0"/>
                    <a:pt x="2294424" y="0"/>
                  </a:cubicBezTo>
                  <a:close/>
                  <a:moveTo>
                    <a:pt x="2293962" y="22494"/>
                  </a:moveTo>
                  <a:cubicBezTo>
                    <a:pt x="1697756" y="22494"/>
                    <a:pt x="1137342" y="136320"/>
                    <a:pt x="715084" y="342857"/>
                  </a:cubicBezTo>
                  <a:cubicBezTo>
                    <a:pt x="283188" y="553986"/>
                    <a:pt x="45898" y="837636"/>
                    <a:pt x="45898" y="1141934"/>
                  </a:cubicBezTo>
                  <a:cubicBezTo>
                    <a:pt x="45898" y="1446237"/>
                    <a:pt x="283188" y="1730344"/>
                    <a:pt x="715084" y="1941016"/>
                  </a:cubicBezTo>
                  <a:cubicBezTo>
                    <a:pt x="1137342" y="2147553"/>
                    <a:pt x="1698214" y="2261379"/>
                    <a:pt x="2293962" y="2261379"/>
                  </a:cubicBezTo>
                  <a:cubicBezTo>
                    <a:pt x="2889716" y="2261379"/>
                    <a:pt x="3450583" y="2147553"/>
                    <a:pt x="3873304" y="1941016"/>
                  </a:cubicBezTo>
                  <a:cubicBezTo>
                    <a:pt x="4304742" y="1729887"/>
                    <a:pt x="4542489" y="1446237"/>
                    <a:pt x="4542489" y="1141934"/>
                  </a:cubicBezTo>
                  <a:cubicBezTo>
                    <a:pt x="4542489" y="837636"/>
                    <a:pt x="4304742" y="553986"/>
                    <a:pt x="3873304" y="342857"/>
                  </a:cubicBezTo>
                  <a:cubicBezTo>
                    <a:pt x="3450583" y="136320"/>
                    <a:pt x="2890174" y="22494"/>
                    <a:pt x="2293962" y="2249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6" name="Freeform 49"/>
            <p:cNvSpPr/>
            <p:nvPr/>
          </p:nvSpPr>
          <p:spPr>
            <a:xfrm>
              <a:off x="1752515" y="1844010"/>
              <a:ext cx="4417189" cy="2159483"/>
            </a:xfrm>
            <a:custGeom>
              <a:avLst/>
              <a:gdLst>
                <a:gd name="connsiteX0" fmla="*/ 2208594 w 4417189"/>
                <a:gd name="connsiteY0" fmla="*/ 0 h 2159483"/>
                <a:gd name="connsiteX1" fmla="*/ 4417189 w 4417189"/>
                <a:gd name="connsiteY1" fmla="*/ 1079971 h 2159483"/>
                <a:gd name="connsiteX2" fmla="*/ 2208594 w 4417189"/>
                <a:gd name="connsiteY2" fmla="*/ 2159483 h 2159483"/>
                <a:gd name="connsiteX3" fmla="*/ 0 w 4417189"/>
                <a:gd name="connsiteY3" fmla="*/ 1079971 h 2159483"/>
                <a:gd name="connsiteX4" fmla="*/ 2208594 w 4417189"/>
                <a:gd name="connsiteY4" fmla="*/ 0 h 2159483"/>
                <a:gd name="connsiteX5" fmla="*/ 2208593 w 4417189"/>
                <a:gd name="connsiteY5" fmla="*/ 95461 h 2159483"/>
                <a:gd name="connsiteX6" fmla="*/ 290992 w 4417189"/>
                <a:gd name="connsiteY6" fmla="*/ 1079506 h 2159483"/>
                <a:gd name="connsiteX7" fmla="*/ 2209056 w 4417189"/>
                <a:gd name="connsiteY7" fmla="*/ 2064010 h 2159483"/>
                <a:gd name="connsiteX8" fmla="*/ 4126657 w 4417189"/>
                <a:gd name="connsiteY8" fmla="*/ 1079506 h 2159483"/>
                <a:gd name="connsiteX9" fmla="*/ 2208593 w 4417189"/>
                <a:gd name="connsiteY9" fmla="*/ 95461 h 21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7189" h="2159483">
                  <a:moveTo>
                    <a:pt x="2208594" y="0"/>
                  </a:moveTo>
                  <a:cubicBezTo>
                    <a:pt x="3428556" y="0"/>
                    <a:pt x="4417189" y="483301"/>
                    <a:pt x="4417189" y="1079971"/>
                  </a:cubicBezTo>
                  <a:cubicBezTo>
                    <a:pt x="4417189" y="1676640"/>
                    <a:pt x="3428556" y="2159483"/>
                    <a:pt x="2208594" y="2159483"/>
                  </a:cubicBezTo>
                  <a:cubicBezTo>
                    <a:pt x="988638" y="2159483"/>
                    <a:pt x="0" y="1676182"/>
                    <a:pt x="0" y="1079971"/>
                  </a:cubicBezTo>
                  <a:cubicBezTo>
                    <a:pt x="0" y="483759"/>
                    <a:pt x="988638" y="0"/>
                    <a:pt x="2208594" y="0"/>
                  </a:cubicBezTo>
                  <a:close/>
                  <a:moveTo>
                    <a:pt x="2208593" y="95461"/>
                  </a:moveTo>
                  <a:cubicBezTo>
                    <a:pt x="1149276" y="95461"/>
                    <a:pt x="290992" y="536078"/>
                    <a:pt x="290992" y="1079506"/>
                  </a:cubicBezTo>
                  <a:cubicBezTo>
                    <a:pt x="290992" y="1622935"/>
                    <a:pt x="1149739" y="2064010"/>
                    <a:pt x="2209056" y="2064010"/>
                  </a:cubicBezTo>
                  <a:cubicBezTo>
                    <a:pt x="3267911" y="2064010"/>
                    <a:pt x="4126657" y="1623393"/>
                    <a:pt x="4126657" y="1079506"/>
                  </a:cubicBezTo>
                  <a:cubicBezTo>
                    <a:pt x="4126199" y="536078"/>
                    <a:pt x="3267911" y="95461"/>
                    <a:pt x="2208593" y="9546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7" name="Freeform: Shape 14"/>
            <p:cNvSpPr/>
            <p:nvPr/>
          </p:nvSpPr>
          <p:spPr>
            <a:xfrm>
              <a:off x="4667932" y="2548077"/>
              <a:ext cx="963850" cy="688465"/>
            </a:xfrm>
            <a:custGeom>
              <a:avLst/>
              <a:gdLst>
                <a:gd name="connsiteX0" fmla="*/ 197739 w 200025"/>
                <a:gd name="connsiteY0" fmla="*/ 7239 h 142875"/>
                <a:gd name="connsiteX1" fmla="*/ 161354 w 200025"/>
                <a:gd name="connsiteY1" fmla="*/ 143161 h 142875"/>
                <a:gd name="connsiteX2" fmla="*/ 108585 w 200025"/>
                <a:gd name="connsiteY2" fmla="*/ 143256 h 142875"/>
                <a:gd name="connsiteX3" fmla="*/ 122301 w 200025"/>
                <a:gd name="connsiteY3" fmla="*/ 92202 h 142875"/>
                <a:gd name="connsiteX4" fmla="*/ 72962 w 200025"/>
                <a:gd name="connsiteY4" fmla="*/ 92202 h 142875"/>
                <a:gd name="connsiteX5" fmla="*/ 59246 w 200025"/>
                <a:gd name="connsiteY5" fmla="*/ 143161 h 142875"/>
                <a:gd name="connsiteX6" fmla="*/ 7144 w 200025"/>
                <a:gd name="connsiteY6" fmla="*/ 143256 h 142875"/>
                <a:gd name="connsiteX7" fmla="*/ 43053 w 200025"/>
                <a:gd name="connsiteY7" fmla="*/ 7144 h 142875"/>
                <a:gd name="connsiteX8" fmla="*/ 96488 w 200025"/>
                <a:gd name="connsiteY8" fmla="*/ 7334 h 142875"/>
                <a:gd name="connsiteX9" fmla="*/ 82106 w 200025"/>
                <a:gd name="connsiteY9" fmla="*/ 52959 h 142875"/>
                <a:gd name="connsiteX10" fmla="*/ 132683 w 200025"/>
                <a:gd name="connsiteY10" fmla="*/ 53054 h 142875"/>
                <a:gd name="connsiteX11" fmla="*/ 146399 w 200025"/>
                <a:gd name="connsiteY11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739" y="7239"/>
                  </a:moveTo>
                  <a:lnTo>
                    <a:pt x="161354" y="143161"/>
                  </a:lnTo>
                  <a:lnTo>
                    <a:pt x="108585" y="143256"/>
                  </a:lnTo>
                  <a:lnTo>
                    <a:pt x="122301" y="92202"/>
                  </a:lnTo>
                  <a:lnTo>
                    <a:pt x="72962" y="92202"/>
                  </a:lnTo>
                  <a:lnTo>
                    <a:pt x="59246" y="143161"/>
                  </a:lnTo>
                  <a:lnTo>
                    <a:pt x="7144" y="143256"/>
                  </a:lnTo>
                  <a:lnTo>
                    <a:pt x="43053" y="7144"/>
                  </a:lnTo>
                  <a:lnTo>
                    <a:pt x="96488" y="7334"/>
                  </a:lnTo>
                  <a:lnTo>
                    <a:pt x="82106" y="52959"/>
                  </a:lnTo>
                  <a:lnTo>
                    <a:pt x="132683" y="53054"/>
                  </a:lnTo>
                  <a:lnTo>
                    <a:pt x="14639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8" name="Freeform: Shape 15"/>
            <p:cNvSpPr/>
            <p:nvPr/>
          </p:nvSpPr>
          <p:spPr>
            <a:xfrm>
              <a:off x="6143085" y="2250198"/>
              <a:ext cx="321283" cy="321284"/>
            </a:xfrm>
            <a:custGeom>
              <a:avLst/>
              <a:gdLst>
                <a:gd name="connsiteX0" fmla="*/ 36576 w 66675"/>
                <a:gd name="connsiteY0" fmla="*/ 35814 h 66675"/>
                <a:gd name="connsiteX1" fmla="*/ 47149 w 66675"/>
                <a:gd name="connsiteY1" fmla="*/ 29718 h 66675"/>
                <a:gd name="connsiteX2" fmla="*/ 38767 w 66675"/>
                <a:gd name="connsiteY2" fmla="*/ 23622 h 66675"/>
                <a:gd name="connsiteX3" fmla="*/ 30861 w 66675"/>
                <a:gd name="connsiteY3" fmla="*/ 23622 h 66675"/>
                <a:gd name="connsiteX4" fmla="*/ 30861 w 66675"/>
                <a:gd name="connsiteY4" fmla="*/ 35814 h 66675"/>
                <a:gd name="connsiteX5" fmla="*/ 36576 w 66675"/>
                <a:gd name="connsiteY5" fmla="*/ 35814 h 66675"/>
                <a:gd name="connsiteX6" fmla="*/ 30861 w 66675"/>
                <a:gd name="connsiteY6" fmla="*/ 55150 h 66675"/>
                <a:gd name="connsiteX7" fmla="*/ 26480 w 66675"/>
                <a:gd name="connsiteY7" fmla="*/ 55150 h 66675"/>
                <a:gd name="connsiteX8" fmla="*/ 26480 w 66675"/>
                <a:gd name="connsiteY8" fmla="*/ 20003 h 66675"/>
                <a:gd name="connsiteX9" fmla="*/ 40005 w 66675"/>
                <a:gd name="connsiteY9" fmla="*/ 20003 h 66675"/>
                <a:gd name="connsiteX10" fmla="*/ 51435 w 66675"/>
                <a:gd name="connsiteY10" fmla="*/ 29718 h 66675"/>
                <a:gd name="connsiteX11" fmla="*/ 42577 w 66675"/>
                <a:gd name="connsiteY11" fmla="*/ 39529 h 66675"/>
                <a:gd name="connsiteX12" fmla="*/ 53054 w 66675"/>
                <a:gd name="connsiteY12" fmla="*/ 55150 h 66675"/>
                <a:gd name="connsiteX13" fmla="*/ 48006 w 66675"/>
                <a:gd name="connsiteY13" fmla="*/ 55150 h 66675"/>
                <a:gd name="connsiteX14" fmla="*/ 38100 w 66675"/>
                <a:gd name="connsiteY14" fmla="*/ 39529 h 66675"/>
                <a:gd name="connsiteX15" fmla="*/ 30766 w 66675"/>
                <a:gd name="connsiteY15" fmla="*/ 39529 h 66675"/>
                <a:gd name="connsiteX16" fmla="*/ 30766 w 66675"/>
                <a:gd name="connsiteY16" fmla="*/ 55150 h 66675"/>
                <a:gd name="connsiteX17" fmla="*/ 11906 w 66675"/>
                <a:gd name="connsiteY17" fmla="*/ 37528 h 66675"/>
                <a:gd name="connsiteX18" fmla="*/ 37624 w 66675"/>
                <a:gd name="connsiteY18" fmla="*/ 63627 h 66675"/>
                <a:gd name="connsiteX19" fmla="*/ 63341 w 66675"/>
                <a:gd name="connsiteY19" fmla="*/ 37528 h 66675"/>
                <a:gd name="connsiteX20" fmla="*/ 37624 w 66675"/>
                <a:gd name="connsiteY20" fmla="*/ 11430 h 66675"/>
                <a:gd name="connsiteX21" fmla="*/ 11906 w 66675"/>
                <a:gd name="connsiteY21" fmla="*/ 37528 h 66675"/>
                <a:gd name="connsiteX22" fmla="*/ 68009 w 66675"/>
                <a:gd name="connsiteY22" fmla="*/ 37528 h 66675"/>
                <a:gd name="connsiteX23" fmla="*/ 37624 w 66675"/>
                <a:gd name="connsiteY23" fmla="*/ 68009 h 66675"/>
                <a:gd name="connsiteX24" fmla="*/ 7144 w 66675"/>
                <a:gd name="connsiteY24" fmla="*/ 37528 h 66675"/>
                <a:gd name="connsiteX25" fmla="*/ 37624 w 66675"/>
                <a:gd name="connsiteY25" fmla="*/ 7144 h 66675"/>
                <a:gd name="connsiteX26" fmla="*/ 68009 w 66675"/>
                <a:gd name="connsiteY26" fmla="*/ 37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675" h="66675">
                  <a:moveTo>
                    <a:pt x="36576" y="35814"/>
                  </a:moveTo>
                  <a:cubicBezTo>
                    <a:pt x="41910" y="35814"/>
                    <a:pt x="47149" y="35623"/>
                    <a:pt x="47149" y="29718"/>
                  </a:cubicBezTo>
                  <a:cubicBezTo>
                    <a:pt x="47149" y="24860"/>
                    <a:pt x="43053" y="23622"/>
                    <a:pt x="38767" y="23622"/>
                  </a:cubicBezTo>
                  <a:lnTo>
                    <a:pt x="30861" y="23622"/>
                  </a:lnTo>
                  <a:lnTo>
                    <a:pt x="30861" y="35814"/>
                  </a:lnTo>
                  <a:lnTo>
                    <a:pt x="36576" y="35814"/>
                  </a:lnTo>
                  <a:close/>
                  <a:moveTo>
                    <a:pt x="30861" y="55150"/>
                  </a:moveTo>
                  <a:lnTo>
                    <a:pt x="26480" y="55150"/>
                  </a:lnTo>
                  <a:lnTo>
                    <a:pt x="26480" y="20003"/>
                  </a:lnTo>
                  <a:lnTo>
                    <a:pt x="40005" y="20003"/>
                  </a:lnTo>
                  <a:cubicBezTo>
                    <a:pt x="47911" y="20003"/>
                    <a:pt x="51435" y="23432"/>
                    <a:pt x="51435" y="29718"/>
                  </a:cubicBezTo>
                  <a:cubicBezTo>
                    <a:pt x="51435" y="35909"/>
                    <a:pt x="47339" y="38672"/>
                    <a:pt x="42577" y="39529"/>
                  </a:cubicBezTo>
                  <a:lnTo>
                    <a:pt x="53054" y="55150"/>
                  </a:lnTo>
                  <a:lnTo>
                    <a:pt x="48006" y="55150"/>
                  </a:lnTo>
                  <a:lnTo>
                    <a:pt x="38100" y="39529"/>
                  </a:lnTo>
                  <a:lnTo>
                    <a:pt x="30766" y="39529"/>
                  </a:lnTo>
                  <a:lnTo>
                    <a:pt x="30766" y="55150"/>
                  </a:lnTo>
                  <a:close/>
                  <a:moveTo>
                    <a:pt x="11906" y="37528"/>
                  </a:moveTo>
                  <a:cubicBezTo>
                    <a:pt x="11906" y="52102"/>
                    <a:pt x="22860" y="63627"/>
                    <a:pt x="37624" y="63627"/>
                  </a:cubicBezTo>
                  <a:cubicBezTo>
                    <a:pt x="52388" y="63627"/>
                    <a:pt x="63341" y="52102"/>
                    <a:pt x="63341" y="37528"/>
                  </a:cubicBezTo>
                  <a:cubicBezTo>
                    <a:pt x="63341" y="22955"/>
                    <a:pt x="52388" y="11430"/>
                    <a:pt x="37624" y="11430"/>
                  </a:cubicBezTo>
                  <a:cubicBezTo>
                    <a:pt x="22860" y="11430"/>
                    <a:pt x="11906" y="22955"/>
                    <a:pt x="11906" y="37528"/>
                  </a:cubicBezTo>
                  <a:moveTo>
                    <a:pt x="68009" y="37528"/>
                  </a:moveTo>
                  <a:cubicBezTo>
                    <a:pt x="68009" y="54673"/>
                    <a:pt x="54769" y="68009"/>
                    <a:pt x="37624" y="68009"/>
                  </a:cubicBezTo>
                  <a:cubicBezTo>
                    <a:pt x="20479" y="68009"/>
                    <a:pt x="7144" y="54673"/>
                    <a:pt x="7144" y="37528"/>
                  </a:cubicBezTo>
                  <a:cubicBezTo>
                    <a:pt x="7144" y="20479"/>
                    <a:pt x="20384" y="7144"/>
                    <a:pt x="37624" y="7144"/>
                  </a:cubicBezTo>
                  <a:cubicBezTo>
                    <a:pt x="54769" y="7144"/>
                    <a:pt x="68009" y="20479"/>
                    <a:pt x="68009" y="37528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9" name="Freeform: Shape 16"/>
            <p:cNvSpPr/>
            <p:nvPr/>
          </p:nvSpPr>
          <p:spPr>
            <a:xfrm>
              <a:off x="2263816" y="2546699"/>
              <a:ext cx="963850" cy="688465"/>
            </a:xfrm>
            <a:custGeom>
              <a:avLst/>
              <a:gdLst>
                <a:gd name="connsiteX0" fmla="*/ 197644 w 200025"/>
                <a:gd name="connsiteY0" fmla="*/ 7144 h 142875"/>
                <a:gd name="connsiteX1" fmla="*/ 161354 w 200025"/>
                <a:gd name="connsiteY1" fmla="*/ 143542 h 142875"/>
                <a:gd name="connsiteX2" fmla="*/ 108585 w 200025"/>
                <a:gd name="connsiteY2" fmla="*/ 143447 h 142875"/>
                <a:gd name="connsiteX3" fmla="*/ 122301 w 200025"/>
                <a:gd name="connsiteY3" fmla="*/ 92393 h 142875"/>
                <a:gd name="connsiteX4" fmla="*/ 72962 w 200025"/>
                <a:gd name="connsiteY4" fmla="*/ 92393 h 142875"/>
                <a:gd name="connsiteX5" fmla="*/ 59245 w 200025"/>
                <a:gd name="connsiteY5" fmla="*/ 143637 h 142875"/>
                <a:gd name="connsiteX6" fmla="*/ 7144 w 200025"/>
                <a:gd name="connsiteY6" fmla="*/ 143447 h 142875"/>
                <a:gd name="connsiteX7" fmla="*/ 43053 w 200025"/>
                <a:gd name="connsiteY7" fmla="*/ 7620 h 142875"/>
                <a:gd name="connsiteX8" fmla="*/ 96488 w 200025"/>
                <a:gd name="connsiteY8" fmla="*/ 7525 h 142875"/>
                <a:gd name="connsiteX9" fmla="*/ 82106 w 200025"/>
                <a:gd name="connsiteY9" fmla="*/ 53150 h 142875"/>
                <a:gd name="connsiteX10" fmla="*/ 132969 w 200025"/>
                <a:gd name="connsiteY10" fmla="*/ 52959 h 142875"/>
                <a:gd name="connsiteX11" fmla="*/ 146399 w 200025"/>
                <a:gd name="connsiteY11" fmla="*/ 733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644" y="7144"/>
                  </a:moveTo>
                  <a:lnTo>
                    <a:pt x="161354" y="143542"/>
                  </a:lnTo>
                  <a:lnTo>
                    <a:pt x="108585" y="143447"/>
                  </a:lnTo>
                  <a:lnTo>
                    <a:pt x="122301" y="92393"/>
                  </a:lnTo>
                  <a:lnTo>
                    <a:pt x="72962" y="92393"/>
                  </a:lnTo>
                  <a:lnTo>
                    <a:pt x="59245" y="143637"/>
                  </a:lnTo>
                  <a:lnTo>
                    <a:pt x="7144" y="143447"/>
                  </a:lnTo>
                  <a:lnTo>
                    <a:pt x="43053" y="7620"/>
                  </a:lnTo>
                  <a:lnTo>
                    <a:pt x="96488" y="7525"/>
                  </a:lnTo>
                  <a:lnTo>
                    <a:pt x="82106" y="53150"/>
                  </a:lnTo>
                  <a:lnTo>
                    <a:pt x="132969" y="52959"/>
                  </a:lnTo>
                  <a:lnTo>
                    <a:pt x="146399" y="733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0" name="Freeform: Shape 17"/>
            <p:cNvSpPr/>
            <p:nvPr/>
          </p:nvSpPr>
          <p:spPr>
            <a:xfrm>
              <a:off x="3056927" y="2548077"/>
              <a:ext cx="872055" cy="688465"/>
            </a:xfrm>
            <a:custGeom>
              <a:avLst/>
              <a:gdLst>
                <a:gd name="connsiteX0" fmla="*/ 99536 w 180975"/>
                <a:gd name="connsiteY0" fmla="*/ 88582 h 142875"/>
                <a:gd name="connsiteX1" fmla="*/ 124968 w 180975"/>
                <a:gd name="connsiteY1" fmla="*/ 88582 h 142875"/>
                <a:gd name="connsiteX2" fmla="*/ 122777 w 180975"/>
                <a:gd name="connsiteY2" fmla="*/ 50482 h 142875"/>
                <a:gd name="connsiteX3" fmla="*/ 99536 w 180975"/>
                <a:gd name="connsiteY3" fmla="*/ 88582 h 142875"/>
                <a:gd name="connsiteX4" fmla="*/ 160115 w 180975"/>
                <a:gd name="connsiteY4" fmla="*/ 7144 h 142875"/>
                <a:gd name="connsiteX5" fmla="*/ 182213 w 180975"/>
                <a:gd name="connsiteY5" fmla="*/ 143256 h 142875"/>
                <a:gd name="connsiteX6" fmla="*/ 129254 w 180975"/>
                <a:gd name="connsiteY6" fmla="*/ 143161 h 142875"/>
                <a:gd name="connsiteX7" fmla="*/ 128016 w 180975"/>
                <a:gd name="connsiteY7" fmla="*/ 126492 h 142875"/>
                <a:gd name="connsiteX8" fmla="*/ 75819 w 180975"/>
                <a:gd name="connsiteY8" fmla="*/ 126587 h 142875"/>
                <a:gd name="connsiteX9" fmla="*/ 65341 w 180975"/>
                <a:gd name="connsiteY9" fmla="*/ 143351 h 142875"/>
                <a:gd name="connsiteX10" fmla="*/ 7144 w 180975"/>
                <a:gd name="connsiteY10" fmla="*/ 143161 h 142875"/>
                <a:gd name="connsiteX11" fmla="*/ 103537 w 180975"/>
                <a:gd name="connsiteY11" fmla="*/ 7144 h 142875"/>
                <a:gd name="connsiteX12" fmla="*/ 160115 w 180975"/>
                <a:gd name="connsiteY12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975" h="142875">
                  <a:moveTo>
                    <a:pt x="99536" y="88582"/>
                  </a:moveTo>
                  <a:lnTo>
                    <a:pt x="124968" y="88582"/>
                  </a:lnTo>
                  <a:lnTo>
                    <a:pt x="122777" y="50482"/>
                  </a:lnTo>
                  <a:lnTo>
                    <a:pt x="99536" y="88582"/>
                  </a:lnTo>
                  <a:close/>
                  <a:moveTo>
                    <a:pt x="160115" y="7144"/>
                  </a:moveTo>
                  <a:lnTo>
                    <a:pt x="182213" y="143256"/>
                  </a:lnTo>
                  <a:lnTo>
                    <a:pt x="129254" y="143161"/>
                  </a:lnTo>
                  <a:lnTo>
                    <a:pt x="128016" y="126492"/>
                  </a:lnTo>
                  <a:lnTo>
                    <a:pt x="75819" y="126587"/>
                  </a:lnTo>
                  <a:lnTo>
                    <a:pt x="65341" y="143351"/>
                  </a:lnTo>
                  <a:lnTo>
                    <a:pt x="7144" y="143161"/>
                  </a:lnTo>
                  <a:lnTo>
                    <a:pt x="103537" y="7144"/>
                  </a:lnTo>
                  <a:lnTo>
                    <a:pt x="160115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1" name="Freeform: Shape 18"/>
            <p:cNvSpPr/>
            <p:nvPr/>
          </p:nvSpPr>
          <p:spPr>
            <a:xfrm>
              <a:off x="3924882" y="2517792"/>
              <a:ext cx="826157" cy="734362"/>
            </a:xfrm>
            <a:custGeom>
              <a:avLst/>
              <a:gdLst>
                <a:gd name="connsiteX0" fmla="*/ 121152 w 171450"/>
                <a:gd name="connsiteY0" fmla="*/ 60386 h 152400"/>
                <a:gd name="connsiteX1" fmla="*/ 106102 w 171450"/>
                <a:gd name="connsiteY1" fmla="*/ 39717 h 152400"/>
                <a:gd name="connsiteX2" fmla="*/ 63240 w 171450"/>
                <a:gd name="connsiteY2" fmla="*/ 71245 h 152400"/>
                <a:gd name="connsiteX3" fmla="*/ 78194 w 171450"/>
                <a:gd name="connsiteY3" fmla="*/ 120870 h 152400"/>
                <a:gd name="connsiteX4" fmla="*/ 115151 w 171450"/>
                <a:gd name="connsiteY4" fmla="*/ 96295 h 152400"/>
                <a:gd name="connsiteX5" fmla="*/ 162014 w 171450"/>
                <a:gd name="connsiteY5" fmla="*/ 96295 h 152400"/>
                <a:gd name="connsiteX6" fmla="*/ 134487 w 171450"/>
                <a:gd name="connsiteY6" fmla="*/ 135538 h 152400"/>
                <a:gd name="connsiteX7" fmla="*/ 19520 w 171450"/>
                <a:gd name="connsiteY7" fmla="*/ 130204 h 152400"/>
                <a:gd name="connsiteX8" fmla="*/ 44190 w 171450"/>
                <a:gd name="connsiteY8" fmla="*/ 21715 h 152400"/>
                <a:gd name="connsiteX9" fmla="*/ 160776 w 171450"/>
                <a:gd name="connsiteY9" fmla="*/ 31240 h 152400"/>
                <a:gd name="connsiteX10" fmla="*/ 168110 w 171450"/>
                <a:gd name="connsiteY10" fmla="*/ 60291 h 152400"/>
                <a:gd name="connsiteX11" fmla="*/ 121152 w 171450"/>
                <a:gd name="connsiteY11" fmla="*/ 6029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450" h="152400">
                  <a:moveTo>
                    <a:pt x="121152" y="60386"/>
                  </a:moveTo>
                  <a:cubicBezTo>
                    <a:pt x="120580" y="50861"/>
                    <a:pt x="116484" y="43527"/>
                    <a:pt x="106102" y="39717"/>
                  </a:cubicBezTo>
                  <a:cubicBezTo>
                    <a:pt x="89624" y="33716"/>
                    <a:pt x="68097" y="46289"/>
                    <a:pt x="63240" y="71245"/>
                  </a:cubicBezTo>
                  <a:cubicBezTo>
                    <a:pt x="59811" y="89152"/>
                    <a:pt x="53619" y="113345"/>
                    <a:pt x="78194" y="120870"/>
                  </a:cubicBezTo>
                  <a:cubicBezTo>
                    <a:pt x="91719" y="124966"/>
                    <a:pt x="107912" y="117631"/>
                    <a:pt x="115151" y="96295"/>
                  </a:cubicBezTo>
                  <a:lnTo>
                    <a:pt x="162014" y="96295"/>
                  </a:lnTo>
                  <a:cubicBezTo>
                    <a:pt x="156680" y="111345"/>
                    <a:pt x="147822" y="125632"/>
                    <a:pt x="134487" y="135538"/>
                  </a:cubicBezTo>
                  <a:cubicBezTo>
                    <a:pt x="100578" y="160780"/>
                    <a:pt x="37427" y="154969"/>
                    <a:pt x="19520" y="130204"/>
                  </a:cubicBezTo>
                  <a:cubicBezTo>
                    <a:pt x="-2959" y="99153"/>
                    <a:pt x="5137" y="46861"/>
                    <a:pt x="44190" y="21715"/>
                  </a:cubicBezTo>
                  <a:cubicBezTo>
                    <a:pt x="76956" y="664"/>
                    <a:pt x="139821" y="1236"/>
                    <a:pt x="160776" y="31240"/>
                  </a:cubicBezTo>
                  <a:cubicBezTo>
                    <a:pt x="165157" y="37431"/>
                    <a:pt x="167919" y="48194"/>
                    <a:pt x="168110" y="60291"/>
                  </a:cubicBezTo>
                  <a:lnTo>
                    <a:pt x="121152" y="6029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2" name="Freeform: Shape 19"/>
            <p:cNvSpPr/>
            <p:nvPr/>
          </p:nvSpPr>
          <p:spPr>
            <a:xfrm>
              <a:off x="2681487" y="4424373"/>
              <a:ext cx="413079" cy="458977"/>
            </a:xfrm>
            <a:custGeom>
              <a:avLst/>
              <a:gdLst>
                <a:gd name="connsiteX0" fmla="*/ 39053 w 85725"/>
                <a:gd name="connsiteY0" fmla="*/ 21145 h 95250"/>
                <a:gd name="connsiteX1" fmla="*/ 58293 w 85725"/>
                <a:gd name="connsiteY1" fmla="*/ 21145 h 95250"/>
                <a:gd name="connsiteX2" fmla="*/ 67913 w 85725"/>
                <a:gd name="connsiteY2" fmla="*/ 29623 h 95250"/>
                <a:gd name="connsiteX3" fmla="*/ 55626 w 85725"/>
                <a:gd name="connsiteY3" fmla="*/ 40481 h 95250"/>
                <a:gd name="connsiteX4" fmla="*/ 35052 w 85725"/>
                <a:gd name="connsiteY4" fmla="*/ 40481 h 95250"/>
                <a:gd name="connsiteX5" fmla="*/ 39053 w 85725"/>
                <a:gd name="connsiteY5" fmla="*/ 21145 h 95250"/>
                <a:gd name="connsiteX6" fmla="*/ 7144 w 85725"/>
                <a:gd name="connsiteY6" fmla="*/ 89630 h 95250"/>
                <a:gd name="connsiteX7" fmla="*/ 51149 w 85725"/>
                <a:gd name="connsiteY7" fmla="*/ 89630 h 95250"/>
                <a:gd name="connsiteX8" fmla="*/ 82677 w 85725"/>
                <a:gd name="connsiteY8" fmla="*/ 62579 h 95250"/>
                <a:gd name="connsiteX9" fmla="*/ 70390 w 85725"/>
                <a:gd name="connsiteY9" fmla="*/ 45815 h 95250"/>
                <a:gd name="connsiteX10" fmla="*/ 70390 w 85725"/>
                <a:gd name="connsiteY10" fmla="*/ 45625 h 95250"/>
                <a:gd name="connsiteX11" fmla="*/ 85916 w 85725"/>
                <a:gd name="connsiteY11" fmla="*/ 26479 h 95250"/>
                <a:gd name="connsiteX12" fmla="*/ 59150 w 85725"/>
                <a:gd name="connsiteY12" fmla="*/ 7144 h 95250"/>
                <a:gd name="connsiteX13" fmla="*/ 24479 w 85725"/>
                <a:gd name="connsiteY13" fmla="*/ 7144 h 95250"/>
                <a:gd name="connsiteX14" fmla="*/ 7144 w 85725"/>
                <a:gd name="connsiteY14" fmla="*/ 89630 h 95250"/>
                <a:gd name="connsiteX15" fmla="*/ 32480 w 85725"/>
                <a:gd name="connsiteY15" fmla="*/ 52864 h 95250"/>
                <a:gd name="connsiteX16" fmla="*/ 50292 w 85725"/>
                <a:gd name="connsiteY16" fmla="*/ 52864 h 95250"/>
                <a:gd name="connsiteX17" fmla="*/ 64675 w 85725"/>
                <a:gd name="connsiteY17" fmla="*/ 62198 h 95250"/>
                <a:gd name="connsiteX18" fmla="*/ 50482 w 85725"/>
                <a:gd name="connsiteY18" fmla="*/ 75533 h 95250"/>
                <a:gd name="connsiteX19" fmla="*/ 27622 w 85725"/>
                <a:gd name="connsiteY19" fmla="*/ 75533 h 95250"/>
                <a:gd name="connsiteX20" fmla="*/ 32480 w 85725"/>
                <a:gd name="connsiteY20" fmla="*/ 5286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725" h="95250">
                  <a:moveTo>
                    <a:pt x="39053" y="21145"/>
                  </a:moveTo>
                  <a:lnTo>
                    <a:pt x="58293" y="21145"/>
                  </a:lnTo>
                  <a:cubicBezTo>
                    <a:pt x="64198" y="21145"/>
                    <a:pt x="67913" y="23336"/>
                    <a:pt x="67913" y="29623"/>
                  </a:cubicBezTo>
                  <a:cubicBezTo>
                    <a:pt x="67913" y="36766"/>
                    <a:pt x="62198" y="40481"/>
                    <a:pt x="55626" y="40481"/>
                  </a:cubicBezTo>
                  <a:lnTo>
                    <a:pt x="35052" y="40481"/>
                  </a:lnTo>
                  <a:lnTo>
                    <a:pt x="39053" y="21145"/>
                  </a:lnTo>
                  <a:close/>
                  <a:moveTo>
                    <a:pt x="7144" y="89630"/>
                  </a:moveTo>
                  <a:lnTo>
                    <a:pt x="51149" y="89630"/>
                  </a:lnTo>
                  <a:cubicBezTo>
                    <a:pt x="67628" y="89630"/>
                    <a:pt x="82677" y="80486"/>
                    <a:pt x="82677" y="62579"/>
                  </a:cubicBezTo>
                  <a:cubicBezTo>
                    <a:pt x="82677" y="54578"/>
                    <a:pt x="78295" y="47911"/>
                    <a:pt x="70390" y="45815"/>
                  </a:cubicBezTo>
                  <a:lnTo>
                    <a:pt x="70390" y="45625"/>
                  </a:lnTo>
                  <a:cubicBezTo>
                    <a:pt x="80105" y="44482"/>
                    <a:pt x="85916" y="35814"/>
                    <a:pt x="85916" y="26479"/>
                  </a:cubicBezTo>
                  <a:cubicBezTo>
                    <a:pt x="85916" y="10763"/>
                    <a:pt x="75629" y="7144"/>
                    <a:pt x="59150" y="7144"/>
                  </a:cubicBezTo>
                  <a:lnTo>
                    <a:pt x="24479" y="7144"/>
                  </a:lnTo>
                  <a:lnTo>
                    <a:pt x="7144" y="89630"/>
                  </a:lnTo>
                  <a:close/>
                  <a:moveTo>
                    <a:pt x="32480" y="52864"/>
                  </a:moveTo>
                  <a:lnTo>
                    <a:pt x="50292" y="52864"/>
                  </a:lnTo>
                  <a:cubicBezTo>
                    <a:pt x="56864" y="52864"/>
                    <a:pt x="64675" y="53530"/>
                    <a:pt x="64675" y="62198"/>
                  </a:cubicBezTo>
                  <a:cubicBezTo>
                    <a:pt x="64675" y="70961"/>
                    <a:pt x="58674" y="75533"/>
                    <a:pt x="50482" y="75533"/>
                  </a:cubicBezTo>
                  <a:lnTo>
                    <a:pt x="27622" y="75533"/>
                  </a:lnTo>
                  <a:lnTo>
                    <a:pt x="32480" y="5286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3" name="Freeform: Shape 20"/>
            <p:cNvSpPr/>
            <p:nvPr/>
          </p:nvSpPr>
          <p:spPr>
            <a:xfrm>
              <a:off x="3102825" y="4526264"/>
              <a:ext cx="321283" cy="367181"/>
            </a:xfrm>
            <a:custGeom>
              <a:avLst/>
              <a:gdLst>
                <a:gd name="connsiteX0" fmla="*/ 66961 w 66675"/>
                <a:gd name="connsiteY0" fmla="*/ 42577 h 76200"/>
                <a:gd name="connsiteX1" fmla="*/ 67913 w 66675"/>
                <a:gd name="connsiteY1" fmla="*/ 33242 h 76200"/>
                <a:gd name="connsiteX2" fmla="*/ 40100 w 66675"/>
                <a:gd name="connsiteY2" fmla="*/ 7144 h 76200"/>
                <a:gd name="connsiteX3" fmla="*/ 7144 w 66675"/>
                <a:gd name="connsiteY3" fmla="*/ 44005 h 76200"/>
                <a:gd name="connsiteX4" fmla="*/ 33719 w 66675"/>
                <a:gd name="connsiteY4" fmla="*/ 70104 h 76200"/>
                <a:gd name="connsiteX5" fmla="*/ 64675 w 66675"/>
                <a:gd name="connsiteY5" fmla="*/ 49530 h 76200"/>
                <a:gd name="connsiteX6" fmla="*/ 48292 w 66675"/>
                <a:gd name="connsiteY6" fmla="*/ 49530 h 76200"/>
                <a:gd name="connsiteX7" fmla="*/ 36005 w 66675"/>
                <a:gd name="connsiteY7" fmla="*/ 57722 h 76200"/>
                <a:gd name="connsiteX8" fmla="*/ 22765 w 66675"/>
                <a:gd name="connsiteY8" fmla="*/ 46101 h 76200"/>
                <a:gd name="connsiteX9" fmla="*/ 22860 w 66675"/>
                <a:gd name="connsiteY9" fmla="*/ 42672 h 76200"/>
                <a:gd name="connsiteX10" fmla="*/ 66961 w 66675"/>
                <a:gd name="connsiteY10" fmla="*/ 42672 h 76200"/>
                <a:gd name="connsiteX11" fmla="*/ 24670 w 66675"/>
                <a:gd name="connsiteY11" fmla="*/ 32195 h 76200"/>
                <a:gd name="connsiteX12" fmla="*/ 40958 w 66675"/>
                <a:gd name="connsiteY12" fmla="*/ 19526 h 76200"/>
                <a:gd name="connsiteX13" fmla="*/ 52102 w 66675"/>
                <a:gd name="connsiteY13" fmla="*/ 32195 h 76200"/>
                <a:gd name="connsiteX14" fmla="*/ 24670 w 66675"/>
                <a:gd name="connsiteY14" fmla="*/ 32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675" h="76200">
                  <a:moveTo>
                    <a:pt x="66961" y="42577"/>
                  </a:moveTo>
                  <a:cubicBezTo>
                    <a:pt x="67532" y="39719"/>
                    <a:pt x="67913" y="36481"/>
                    <a:pt x="67913" y="33242"/>
                  </a:cubicBezTo>
                  <a:cubicBezTo>
                    <a:pt x="67913" y="15907"/>
                    <a:pt x="56674" y="7144"/>
                    <a:pt x="40100" y="7144"/>
                  </a:cubicBezTo>
                  <a:cubicBezTo>
                    <a:pt x="19717" y="7144"/>
                    <a:pt x="7144" y="24955"/>
                    <a:pt x="7144" y="44005"/>
                  </a:cubicBezTo>
                  <a:cubicBezTo>
                    <a:pt x="7144" y="60960"/>
                    <a:pt x="17812" y="70104"/>
                    <a:pt x="33719" y="70104"/>
                  </a:cubicBezTo>
                  <a:cubicBezTo>
                    <a:pt x="50959" y="70104"/>
                    <a:pt x="59436" y="62960"/>
                    <a:pt x="64675" y="49530"/>
                  </a:cubicBezTo>
                  <a:lnTo>
                    <a:pt x="48292" y="49530"/>
                  </a:lnTo>
                  <a:cubicBezTo>
                    <a:pt x="45815" y="53340"/>
                    <a:pt x="42672" y="57722"/>
                    <a:pt x="36005" y="57722"/>
                  </a:cubicBezTo>
                  <a:cubicBezTo>
                    <a:pt x="27146" y="57722"/>
                    <a:pt x="22765" y="52959"/>
                    <a:pt x="22765" y="46101"/>
                  </a:cubicBezTo>
                  <a:cubicBezTo>
                    <a:pt x="22765" y="45149"/>
                    <a:pt x="22765" y="44101"/>
                    <a:pt x="22860" y="42672"/>
                  </a:cubicBezTo>
                  <a:lnTo>
                    <a:pt x="66961" y="42672"/>
                  </a:lnTo>
                  <a:close/>
                  <a:moveTo>
                    <a:pt x="24670" y="32195"/>
                  </a:moveTo>
                  <a:cubicBezTo>
                    <a:pt x="27051" y="25527"/>
                    <a:pt x="31718" y="19526"/>
                    <a:pt x="40958" y="19526"/>
                  </a:cubicBezTo>
                  <a:cubicBezTo>
                    <a:pt x="50578" y="19526"/>
                    <a:pt x="52102" y="26099"/>
                    <a:pt x="52102" y="32195"/>
                  </a:cubicBezTo>
                  <a:lnTo>
                    <a:pt x="24670" y="3219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4" name="Freeform: Shape 21"/>
            <p:cNvSpPr/>
            <p:nvPr/>
          </p:nvSpPr>
          <p:spPr>
            <a:xfrm>
              <a:off x="3591634" y="4423891"/>
              <a:ext cx="458976" cy="458977"/>
            </a:xfrm>
            <a:custGeom>
              <a:avLst/>
              <a:gdLst>
                <a:gd name="connsiteX0" fmla="*/ 7144 w 95250"/>
                <a:gd name="connsiteY0" fmla="*/ 89635 h 95250"/>
                <a:gd name="connsiteX1" fmla="*/ 25241 w 95250"/>
                <a:gd name="connsiteY1" fmla="*/ 89635 h 95250"/>
                <a:gd name="connsiteX2" fmla="*/ 32099 w 95250"/>
                <a:gd name="connsiteY2" fmla="*/ 57440 h 95250"/>
                <a:gd name="connsiteX3" fmla="*/ 49244 w 95250"/>
                <a:gd name="connsiteY3" fmla="*/ 57440 h 95250"/>
                <a:gd name="connsiteX4" fmla="*/ 61150 w 95250"/>
                <a:gd name="connsiteY4" fmla="*/ 67346 h 95250"/>
                <a:gd name="connsiteX5" fmla="*/ 60198 w 95250"/>
                <a:gd name="connsiteY5" fmla="*/ 84110 h 95250"/>
                <a:gd name="connsiteX6" fmla="*/ 60960 w 95250"/>
                <a:gd name="connsiteY6" fmla="*/ 89635 h 95250"/>
                <a:gd name="connsiteX7" fmla="*/ 78676 w 95250"/>
                <a:gd name="connsiteY7" fmla="*/ 89635 h 95250"/>
                <a:gd name="connsiteX8" fmla="*/ 77533 w 95250"/>
                <a:gd name="connsiteY8" fmla="*/ 80014 h 95250"/>
                <a:gd name="connsiteX9" fmla="*/ 78105 w 95250"/>
                <a:gd name="connsiteY9" fmla="*/ 65727 h 95250"/>
                <a:gd name="connsiteX10" fmla="*/ 69532 w 95250"/>
                <a:gd name="connsiteY10" fmla="*/ 51154 h 95250"/>
                <a:gd name="connsiteX11" fmla="*/ 69532 w 95250"/>
                <a:gd name="connsiteY11" fmla="*/ 50963 h 95250"/>
                <a:gd name="connsiteX12" fmla="*/ 88487 w 95250"/>
                <a:gd name="connsiteY12" fmla="*/ 28770 h 95250"/>
                <a:gd name="connsiteX13" fmla="*/ 63913 w 95250"/>
                <a:gd name="connsiteY13" fmla="*/ 7148 h 95250"/>
                <a:gd name="connsiteX14" fmla="*/ 24479 w 95250"/>
                <a:gd name="connsiteY14" fmla="*/ 7148 h 95250"/>
                <a:gd name="connsiteX15" fmla="*/ 7144 w 95250"/>
                <a:gd name="connsiteY15" fmla="*/ 89635 h 95250"/>
                <a:gd name="connsiteX16" fmla="*/ 39719 w 95250"/>
                <a:gd name="connsiteY16" fmla="*/ 21245 h 95250"/>
                <a:gd name="connsiteX17" fmla="*/ 56959 w 95250"/>
                <a:gd name="connsiteY17" fmla="*/ 21245 h 95250"/>
                <a:gd name="connsiteX18" fmla="*/ 70390 w 95250"/>
                <a:gd name="connsiteY18" fmla="*/ 31437 h 95250"/>
                <a:gd name="connsiteX19" fmla="*/ 51625 w 95250"/>
                <a:gd name="connsiteY19" fmla="*/ 44486 h 95250"/>
                <a:gd name="connsiteX20" fmla="*/ 34862 w 95250"/>
                <a:gd name="connsiteY20" fmla="*/ 44486 h 95250"/>
                <a:gd name="connsiteX21" fmla="*/ 39719 w 95250"/>
                <a:gd name="connsiteY21" fmla="*/ 2124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5250" h="95250">
                  <a:moveTo>
                    <a:pt x="7144" y="89635"/>
                  </a:moveTo>
                  <a:lnTo>
                    <a:pt x="25241" y="89635"/>
                  </a:lnTo>
                  <a:lnTo>
                    <a:pt x="32099" y="57440"/>
                  </a:lnTo>
                  <a:lnTo>
                    <a:pt x="49244" y="57440"/>
                  </a:lnTo>
                  <a:cubicBezTo>
                    <a:pt x="56388" y="57440"/>
                    <a:pt x="61150" y="59440"/>
                    <a:pt x="61150" y="67346"/>
                  </a:cubicBezTo>
                  <a:cubicBezTo>
                    <a:pt x="61150" y="72871"/>
                    <a:pt x="60198" y="78586"/>
                    <a:pt x="60198" y="84110"/>
                  </a:cubicBezTo>
                  <a:cubicBezTo>
                    <a:pt x="60198" y="86015"/>
                    <a:pt x="60579" y="87730"/>
                    <a:pt x="60960" y="89635"/>
                  </a:cubicBezTo>
                  <a:lnTo>
                    <a:pt x="78676" y="89635"/>
                  </a:lnTo>
                  <a:cubicBezTo>
                    <a:pt x="77724" y="87253"/>
                    <a:pt x="77533" y="83729"/>
                    <a:pt x="77533" y="80014"/>
                  </a:cubicBezTo>
                  <a:cubicBezTo>
                    <a:pt x="77533" y="74966"/>
                    <a:pt x="78105" y="69442"/>
                    <a:pt x="78105" y="65727"/>
                  </a:cubicBezTo>
                  <a:cubicBezTo>
                    <a:pt x="78105" y="59250"/>
                    <a:pt x="76391" y="53249"/>
                    <a:pt x="69532" y="51154"/>
                  </a:cubicBezTo>
                  <a:lnTo>
                    <a:pt x="69532" y="50963"/>
                  </a:lnTo>
                  <a:cubicBezTo>
                    <a:pt x="80677" y="49344"/>
                    <a:pt x="88487" y="40009"/>
                    <a:pt x="88487" y="28770"/>
                  </a:cubicBezTo>
                  <a:cubicBezTo>
                    <a:pt x="88487" y="12863"/>
                    <a:pt x="78772" y="6958"/>
                    <a:pt x="63913" y="7148"/>
                  </a:cubicBezTo>
                  <a:lnTo>
                    <a:pt x="24479" y="7148"/>
                  </a:lnTo>
                  <a:lnTo>
                    <a:pt x="7144" y="89635"/>
                  </a:lnTo>
                  <a:close/>
                  <a:moveTo>
                    <a:pt x="39719" y="21245"/>
                  </a:moveTo>
                  <a:lnTo>
                    <a:pt x="56959" y="21245"/>
                  </a:lnTo>
                  <a:cubicBezTo>
                    <a:pt x="64103" y="21245"/>
                    <a:pt x="70390" y="22483"/>
                    <a:pt x="70390" y="31437"/>
                  </a:cubicBezTo>
                  <a:cubicBezTo>
                    <a:pt x="70390" y="40676"/>
                    <a:pt x="61246" y="44391"/>
                    <a:pt x="51625" y="44486"/>
                  </a:cubicBezTo>
                  <a:lnTo>
                    <a:pt x="34862" y="44486"/>
                  </a:lnTo>
                  <a:lnTo>
                    <a:pt x="39719" y="212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5" name="Freeform: Shape 22"/>
            <p:cNvSpPr/>
            <p:nvPr/>
          </p:nvSpPr>
          <p:spPr>
            <a:xfrm>
              <a:off x="4000125" y="4423911"/>
              <a:ext cx="229488" cy="458977"/>
            </a:xfrm>
            <a:custGeom>
              <a:avLst/>
              <a:gdLst>
                <a:gd name="connsiteX0" fmla="*/ 38290 w 47625"/>
                <a:gd name="connsiteY0" fmla="*/ 20669 h 95250"/>
                <a:gd name="connsiteX1" fmla="*/ 21717 w 47625"/>
                <a:gd name="connsiteY1" fmla="*/ 20669 h 95250"/>
                <a:gd name="connsiteX2" fmla="*/ 24765 w 47625"/>
                <a:gd name="connsiteY2" fmla="*/ 7144 h 95250"/>
                <a:gd name="connsiteX3" fmla="*/ 41338 w 47625"/>
                <a:gd name="connsiteY3" fmla="*/ 7144 h 95250"/>
                <a:gd name="connsiteX4" fmla="*/ 38290 w 47625"/>
                <a:gd name="connsiteY4" fmla="*/ 20669 h 95250"/>
                <a:gd name="connsiteX5" fmla="*/ 19907 w 47625"/>
                <a:gd name="connsiteY5" fmla="*/ 29908 h 95250"/>
                <a:gd name="connsiteX6" fmla="*/ 36481 w 47625"/>
                <a:gd name="connsiteY6" fmla="*/ 29908 h 95250"/>
                <a:gd name="connsiteX7" fmla="*/ 23717 w 47625"/>
                <a:gd name="connsiteY7" fmla="*/ 89630 h 95250"/>
                <a:gd name="connsiteX8" fmla="*/ 7144 w 47625"/>
                <a:gd name="connsiteY8" fmla="*/ 89630 h 95250"/>
                <a:gd name="connsiteX9" fmla="*/ 19907 w 47625"/>
                <a:gd name="connsiteY9" fmla="*/ 299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95250">
                  <a:moveTo>
                    <a:pt x="38290" y="20669"/>
                  </a:moveTo>
                  <a:lnTo>
                    <a:pt x="21717" y="20669"/>
                  </a:lnTo>
                  <a:lnTo>
                    <a:pt x="24765" y="7144"/>
                  </a:lnTo>
                  <a:lnTo>
                    <a:pt x="41338" y="7144"/>
                  </a:lnTo>
                  <a:lnTo>
                    <a:pt x="38290" y="20669"/>
                  </a:lnTo>
                  <a:close/>
                  <a:moveTo>
                    <a:pt x="19907" y="29908"/>
                  </a:moveTo>
                  <a:lnTo>
                    <a:pt x="36481" y="29908"/>
                  </a:lnTo>
                  <a:lnTo>
                    <a:pt x="23717" y="89630"/>
                  </a:lnTo>
                  <a:lnTo>
                    <a:pt x="7144" y="89630"/>
                  </a:lnTo>
                  <a:lnTo>
                    <a:pt x="19907" y="2990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6" name="Freeform: Shape 23"/>
            <p:cNvSpPr/>
            <p:nvPr/>
          </p:nvSpPr>
          <p:spPr>
            <a:xfrm>
              <a:off x="4150669" y="4525806"/>
              <a:ext cx="367181" cy="458977"/>
            </a:xfrm>
            <a:custGeom>
              <a:avLst/>
              <a:gdLst>
                <a:gd name="connsiteX0" fmla="*/ 77724 w 76200"/>
                <a:gd name="connsiteY0" fmla="*/ 8763 h 95250"/>
                <a:gd name="connsiteX1" fmla="*/ 62008 w 76200"/>
                <a:gd name="connsiteY1" fmla="*/ 8763 h 95250"/>
                <a:gd name="connsiteX2" fmla="*/ 60103 w 76200"/>
                <a:gd name="connsiteY2" fmla="*/ 17907 h 95250"/>
                <a:gd name="connsiteX3" fmla="*/ 59817 w 76200"/>
                <a:gd name="connsiteY3" fmla="*/ 17907 h 95250"/>
                <a:gd name="connsiteX4" fmla="*/ 41529 w 76200"/>
                <a:gd name="connsiteY4" fmla="*/ 7144 h 95250"/>
                <a:gd name="connsiteX5" fmla="*/ 11335 w 76200"/>
                <a:gd name="connsiteY5" fmla="*/ 43244 h 95250"/>
                <a:gd name="connsiteX6" fmla="*/ 34290 w 76200"/>
                <a:gd name="connsiteY6" fmla="*/ 67627 h 95250"/>
                <a:gd name="connsiteX7" fmla="*/ 50673 w 76200"/>
                <a:gd name="connsiteY7" fmla="*/ 59150 h 95250"/>
                <a:gd name="connsiteX8" fmla="*/ 50864 w 76200"/>
                <a:gd name="connsiteY8" fmla="*/ 59341 h 95250"/>
                <a:gd name="connsiteX9" fmla="*/ 34290 w 76200"/>
                <a:gd name="connsiteY9" fmla="*/ 80105 h 95250"/>
                <a:gd name="connsiteX10" fmla="*/ 23527 w 76200"/>
                <a:gd name="connsiteY10" fmla="*/ 71533 h 95250"/>
                <a:gd name="connsiteX11" fmla="*/ 7144 w 76200"/>
                <a:gd name="connsiteY11" fmla="*/ 71533 h 95250"/>
                <a:gd name="connsiteX12" fmla="*/ 32671 w 76200"/>
                <a:gd name="connsiteY12" fmla="*/ 91059 h 95250"/>
                <a:gd name="connsiteX13" fmla="*/ 65627 w 76200"/>
                <a:gd name="connsiteY13" fmla="*/ 65246 h 95250"/>
                <a:gd name="connsiteX14" fmla="*/ 77724 w 76200"/>
                <a:gd name="connsiteY14" fmla="*/ 8763 h 95250"/>
                <a:gd name="connsiteX15" fmla="*/ 44672 w 76200"/>
                <a:gd name="connsiteY15" fmla="*/ 19526 h 95250"/>
                <a:gd name="connsiteX16" fmla="*/ 56483 w 76200"/>
                <a:gd name="connsiteY16" fmla="*/ 32480 h 95250"/>
                <a:gd name="connsiteX17" fmla="*/ 39052 w 76200"/>
                <a:gd name="connsiteY17" fmla="*/ 55245 h 95250"/>
                <a:gd name="connsiteX18" fmla="*/ 27908 w 76200"/>
                <a:gd name="connsiteY18" fmla="*/ 42100 h 95250"/>
                <a:gd name="connsiteX19" fmla="*/ 44672 w 76200"/>
                <a:gd name="connsiteY19" fmla="*/ 1952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200" h="95250">
                  <a:moveTo>
                    <a:pt x="77724" y="8763"/>
                  </a:moveTo>
                  <a:lnTo>
                    <a:pt x="62008" y="8763"/>
                  </a:lnTo>
                  <a:lnTo>
                    <a:pt x="60103" y="17907"/>
                  </a:lnTo>
                  <a:lnTo>
                    <a:pt x="59817" y="17907"/>
                  </a:lnTo>
                  <a:cubicBezTo>
                    <a:pt x="56483" y="10096"/>
                    <a:pt x="49816" y="7144"/>
                    <a:pt x="41529" y="7144"/>
                  </a:cubicBezTo>
                  <a:cubicBezTo>
                    <a:pt x="22384" y="7144"/>
                    <a:pt x="11335" y="25718"/>
                    <a:pt x="11335" y="43244"/>
                  </a:cubicBezTo>
                  <a:cubicBezTo>
                    <a:pt x="11335" y="57912"/>
                    <a:pt x="20098" y="67627"/>
                    <a:pt x="34290" y="67627"/>
                  </a:cubicBezTo>
                  <a:cubicBezTo>
                    <a:pt x="40957" y="67627"/>
                    <a:pt x="46387" y="64865"/>
                    <a:pt x="50673" y="59150"/>
                  </a:cubicBezTo>
                  <a:lnTo>
                    <a:pt x="50864" y="59341"/>
                  </a:lnTo>
                  <a:cubicBezTo>
                    <a:pt x="47625" y="71056"/>
                    <a:pt x="44672" y="80105"/>
                    <a:pt x="34290" y="80105"/>
                  </a:cubicBezTo>
                  <a:cubicBezTo>
                    <a:pt x="28956" y="80105"/>
                    <a:pt x="23336" y="77533"/>
                    <a:pt x="23527" y="71533"/>
                  </a:cubicBezTo>
                  <a:lnTo>
                    <a:pt x="7144" y="71533"/>
                  </a:lnTo>
                  <a:cubicBezTo>
                    <a:pt x="7144" y="85820"/>
                    <a:pt x="20574" y="91059"/>
                    <a:pt x="32671" y="91059"/>
                  </a:cubicBezTo>
                  <a:cubicBezTo>
                    <a:pt x="52483" y="91059"/>
                    <a:pt x="61627" y="83439"/>
                    <a:pt x="65627" y="65246"/>
                  </a:cubicBezTo>
                  <a:lnTo>
                    <a:pt x="77724" y="8763"/>
                  </a:lnTo>
                  <a:close/>
                  <a:moveTo>
                    <a:pt x="44672" y="19526"/>
                  </a:moveTo>
                  <a:cubicBezTo>
                    <a:pt x="52673" y="19526"/>
                    <a:pt x="56483" y="24955"/>
                    <a:pt x="56483" y="32480"/>
                  </a:cubicBezTo>
                  <a:cubicBezTo>
                    <a:pt x="56483" y="42672"/>
                    <a:pt x="50864" y="55245"/>
                    <a:pt x="39052" y="55245"/>
                  </a:cubicBezTo>
                  <a:cubicBezTo>
                    <a:pt x="31432" y="55245"/>
                    <a:pt x="27908" y="49149"/>
                    <a:pt x="27908" y="42100"/>
                  </a:cubicBezTo>
                  <a:cubicBezTo>
                    <a:pt x="27908" y="32480"/>
                    <a:pt x="33719" y="19526"/>
                    <a:pt x="44672" y="19526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7" name="Freeform: Shape 24"/>
            <p:cNvSpPr/>
            <p:nvPr/>
          </p:nvSpPr>
          <p:spPr>
            <a:xfrm>
              <a:off x="4506377" y="4423911"/>
              <a:ext cx="367181" cy="458977"/>
            </a:xfrm>
            <a:custGeom>
              <a:avLst/>
              <a:gdLst>
                <a:gd name="connsiteX0" fmla="*/ 24479 w 76200"/>
                <a:gd name="connsiteY0" fmla="*/ 7144 h 95250"/>
                <a:gd name="connsiteX1" fmla="*/ 40862 w 76200"/>
                <a:gd name="connsiteY1" fmla="*/ 7144 h 95250"/>
                <a:gd name="connsiteX2" fmla="*/ 34766 w 76200"/>
                <a:gd name="connsiteY2" fmla="*/ 36862 h 95250"/>
                <a:gd name="connsiteX3" fmla="*/ 34957 w 76200"/>
                <a:gd name="connsiteY3" fmla="*/ 36862 h 95250"/>
                <a:gd name="connsiteX4" fmla="*/ 54673 w 76200"/>
                <a:gd name="connsiteY4" fmla="*/ 28289 h 95250"/>
                <a:gd name="connsiteX5" fmla="*/ 72104 w 76200"/>
                <a:gd name="connsiteY5" fmla="*/ 44387 h 95250"/>
                <a:gd name="connsiteX6" fmla="*/ 70390 w 76200"/>
                <a:gd name="connsiteY6" fmla="*/ 54674 h 95250"/>
                <a:gd name="connsiteX7" fmla="*/ 62960 w 76200"/>
                <a:gd name="connsiteY7" fmla="*/ 89725 h 95250"/>
                <a:gd name="connsiteX8" fmla="*/ 46577 w 76200"/>
                <a:gd name="connsiteY8" fmla="*/ 89725 h 95250"/>
                <a:gd name="connsiteX9" fmla="*/ 53816 w 76200"/>
                <a:gd name="connsiteY9" fmla="*/ 54674 h 95250"/>
                <a:gd name="connsiteX10" fmla="*/ 54864 w 76200"/>
                <a:gd name="connsiteY10" fmla="*/ 47434 h 95250"/>
                <a:gd name="connsiteX11" fmla="*/ 46958 w 76200"/>
                <a:gd name="connsiteY11" fmla="*/ 41339 h 95250"/>
                <a:gd name="connsiteX12" fmla="*/ 30194 w 76200"/>
                <a:gd name="connsiteY12" fmla="*/ 58007 h 95250"/>
                <a:gd name="connsiteX13" fmla="*/ 23527 w 76200"/>
                <a:gd name="connsiteY13" fmla="*/ 89821 h 95250"/>
                <a:gd name="connsiteX14" fmla="*/ 7144 w 76200"/>
                <a:gd name="connsiteY14" fmla="*/ 89821 h 95250"/>
                <a:gd name="connsiteX15" fmla="*/ 24479 w 76200"/>
                <a:gd name="connsiteY1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200" h="95250">
                  <a:moveTo>
                    <a:pt x="24479" y="7144"/>
                  </a:moveTo>
                  <a:lnTo>
                    <a:pt x="40862" y="7144"/>
                  </a:lnTo>
                  <a:lnTo>
                    <a:pt x="34766" y="36862"/>
                  </a:lnTo>
                  <a:lnTo>
                    <a:pt x="34957" y="36862"/>
                  </a:lnTo>
                  <a:cubicBezTo>
                    <a:pt x="37529" y="33433"/>
                    <a:pt x="44006" y="28289"/>
                    <a:pt x="54673" y="28289"/>
                  </a:cubicBezTo>
                  <a:cubicBezTo>
                    <a:pt x="66008" y="28289"/>
                    <a:pt x="72104" y="33909"/>
                    <a:pt x="72104" y="44387"/>
                  </a:cubicBezTo>
                  <a:cubicBezTo>
                    <a:pt x="72104" y="46863"/>
                    <a:pt x="70866" y="52578"/>
                    <a:pt x="70390" y="54674"/>
                  </a:cubicBezTo>
                  <a:lnTo>
                    <a:pt x="62960" y="89725"/>
                  </a:lnTo>
                  <a:lnTo>
                    <a:pt x="46577" y="89725"/>
                  </a:lnTo>
                  <a:lnTo>
                    <a:pt x="53816" y="54674"/>
                  </a:lnTo>
                  <a:cubicBezTo>
                    <a:pt x="54292" y="52959"/>
                    <a:pt x="54864" y="49054"/>
                    <a:pt x="54864" y="47434"/>
                  </a:cubicBezTo>
                  <a:cubicBezTo>
                    <a:pt x="54864" y="43815"/>
                    <a:pt x="50863" y="41339"/>
                    <a:pt x="46958" y="41339"/>
                  </a:cubicBezTo>
                  <a:cubicBezTo>
                    <a:pt x="37052" y="41339"/>
                    <a:pt x="31909" y="49625"/>
                    <a:pt x="30194" y="58007"/>
                  </a:cubicBezTo>
                  <a:lnTo>
                    <a:pt x="23527" y="89821"/>
                  </a:lnTo>
                  <a:lnTo>
                    <a:pt x="7144" y="89821"/>
                  </a:lnTo>
                  <a:lnTo>
                    <a:pt x="2447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8" name="Freeform: Shape 25"/>
            <p:cNvSpPr/>
            <p:nvPr/>
          </p:nvSpPr>
          <p:spPr>
            <a:xfrm>
              <a:off x="4877688" y="4445942"/>
              <a:ext cx="229488" cy="413079"/>
            </a:xfrm>
            <a:custGeom>
              <a:avLst/>
              <a:gdLst>
                <a:gd name="connsiteX0" fmla="*/ 36671 w 47625"/>
                <a:gd name="connsiteY0" fmla="*/ 25336 h 85725"/>
                <a:gd name="connsiteX1" fmla="*/ 48482 w 47625"/>
                <a:gd name="connsiteY1" fmla="*/ 25336 h 85725"/>
                <a:gd name="connsiteX2" fmla="*/ 45910 w 47625"/>
                <a:gd name="connsiteY2" fmla="*/ 36290 h 85725"/>
                <a:gd name="connsiteX3" fmla="*/ 34195 w 47625"/>
                <a:gd name="connsiteY3" fmla="*/ 36290 h 85725"/>
                <a:gd name="connsiteX4" fmla="*/ 28099 w 47625"/>
                <a:gd name="connsiteY4" fmla="*/ 66008 h 85725"/>
                <a:gd name="connsiteX5" fmla="*/ 27623 w 47625"/>
                <a:gd name="connsiteY5" fmla="*/ 68770 h 85725"/>
                <a:gd name="connsiteX6" fmla="*/ 33147 w 47625"/>
                <a:gd name="connsiteY6" fmla="*/ 73152 h 85725"/>
                <a:gd name="connsiteX7" fmla="*/ 39053 w 47625"/>
                <a:gd name="connsiteY7" fmla="*/ 72771 h 85725"/>
                <a:gd name="connsiteX8" fmla="*/ 36290 w 47625"/>
                <a:gd name="connsiteY8" fmla="*/ 85439 h 85725"/>
                <a:gd name="connsiteX9" fmla="*/ 26003 w 47625"/>
                <a:gd name="connsiteY9" fmla="*/ 86011 h 85725"/>
                <a:gd name="connsiteX10" fmla="*/ 10382 w 47625"/>
                <a:gd name="connsiteY10" fmla="*/ 73914 h 85725"/>
                <a:gd name="connsiteX11" fmla="*/ 11240 w 47625"/>
                <a:gd name="connsiteY11" fmla="*/ 68199 h 85725"/>
                <a:gd name="connsiteX12" fmla="*/ 17907 w 47625"/>
                <a:gd name="connsiteY12" fmla="*/ 36195 h 85725"/>
                <a:gd name="connsiteX13" fmla="*/ 7144 w 47625"/>
                <a:gd name="connsiteY13" fmla="*/ 36195 h 85725"/>
                <a:gd name="connsiteX14" fmla="*/ 9716 w 47625"/>
                <a:gd name="connsiteY14" fmla="*/ 25241 h 85725"/>
                <a:gd name="connsiteX15" fmla="*/ 20193 w 47625"/>
                <a:gd name="connsiteY15" fmla="*/ 25241 h 85725"/>
                <a:gd name="connsiteX16" fmla="*/ 23908 w 47625"/>
                <a:gd name="connsiteY16" fmla="*/ 7144 h 85725"/>
                <a:gd name="connsiteX17" fmla="*/ 40291 w 47625"/>
                <a:gd name="connsiteY17" fmla="*/ 7144 h 85725"/>
                <a:gd name="connsiteX18" fmla="*/ 36671 w 47625"/>
                <a:gd name="connsiteY18" fmla="*/ 253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625" h="85725">
                  <a:moveTo>
                    <a:pt x="36671" y="25336"/>
                  </a:moveTo>
                  <a:lnTo>
                    <a:pt x="48482" y="25336"/>
                  </a:lnTo>
                  <a:lnTo>
                    <a:pt x="45910" y="36290"/>
                  </a:lnTo>
                  <a:lnTo>
                    <a:pt x="34195" y="36290"/>
                  </a:lnTo>
                  <a:lnTo>
                    <a:pt x="28099" y="66008"/>
                  </a:lnTo>
                  <a:cubicBezTo>
                    <a:pt x="27908" y="67247"/>
                    <a:pt x="27623" y="68294"/>
                    <a:pt x="27623" y="68770"/>
                  </a:cubicBezTo>
                  <a:cubicBezTo>
                    <a:pt x="27623" y="73057"/>
                    <a:pt x="30766" y="73152"/>
                    <a:pt x="33147" y="73152"/>
                  </a:cubicBezTo>
                  <a:cubicBezTo>
                    <a:pt x="35147" y="73152"/>
                    <a:pt x="37052" y="73057"/>
                    <a:pt x="39053" y="72771"/>
                  </a:cubicBezTo>
                  <a:lnTo>
                    <a:pt x="36290" y="85439"/>
                  </a:lnTo>
                  <a:cubicBezTo>
                    <a:pt x="32957" y="85820"/>
                    <a:pt x="29432" y="86011"/>
                    <a:pt x="26003" y="86011"/>
                  </a:cubicBezTo>
                  <a:cubicBezTo>
                    <a:pt x="18383" y="86011"/>
                    <a:pt x="10192" y="83534"/>
                    <a:pt x="10382" y="73914"/>
                  </a:cubicBezTo>
                  <a:cubicBezTo>
                    <a:pt x="10382" y="72390"/>
                    <a:pt x="10763" y="70295"/>
                    <a:pt x="11240" y="68199"/>
                  </a:cubicBezTo>
                  <a:lnTo>
                    <a:pt x="17907" y="36195"/>
                  </a:lnTo>
                  <a:lnTo>
                    <a:pt x="7144" y="36195"/>
                  </a:lnTo>
                  <a:lnTo>
                    <a:pt x="9716" y="25241"/>
                  </a:lnTo>
                  <a:lnTo>
                    <a:pt x="20193" y="25241"/>
                  </a:lnTo>
                  <a:lnTo>
                    <a:pt x="23908" y="7144"/>
                  </a:lnTo>
                  <a:lnTo>
                    <a:pt x="40291" y="7144"/>
                  </a:lnTo>
                  <a:lnTo>
                    <a:pt x="36671" y="2533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9" name="Freeform: Shape 26"/>
            <p:cNvSpPr/>
            <p:nvPr/>
          </p:nvSpPr>
          <p:spPr>
            <a:xfrm>
              <a:off x="5103962" y="4371590"/>
              <a:ext cx="321283" cy="183591"/>
            </a:xfrm>
            <a:custGeom>
              <a:avLst/>
              <a:gdLst>
                <a:gd name="connsiteX0" fmla="*/ 30956 w 66675"/>
                <a:gd name="connsiteY0" fmla="*/ 12859 h 38100"/>
                <a:gd name="connsiteX1" fmla="*/ 22574 w 66675"/>
                <a:gd name="connsiteY1" fmla="*/ 12859 h 38100"/>
                <a:gd name="connsiteX2" fmla="*/ 22574 w 66675"/>
                <a:gd name="connsiteY2" fmla="*/ 36481 h 38100"/>
                <a:gd name="connsiteX3" fmla="*/ 15431 w 66675"/>
                <a:gd name="connsiteY3" fmla="*/ 36481 h 38100"/>
                <a:gd name="connsiteX4" fmla="*/ 15431 w 66675"/>
                <a:gd name="connsiteY4" fmla="*/ 12859 h 38100"/>
                <a:gd name="connsiteX5" fmla="*/ 7144 w 66675"/>
                <a:gd name="connsiteY5" fmla="*/ 12859 h 38100"/>
                <a:gd name="connsiteX6" fmla="*/ 7144 w 66675"/>
                <a:gd name="connsiteY6" fmla="*/ 7144 h 38100"/>
                <a:gd name="connsiteX7" fmla="*/ 31052 w 66675"/>
                <a:gd name="connsiteY7" fmla="*/ 7144 h 38100"/>
                <a:gd name="connsiteX8" fmla="*/ 31052 w 66675"/>
                <a:gd name="connsiteY8" fmla="*/ 12859 h 38100"/>
                <a:gd name="connsiteX9" fmla="*/ 68675 w 66675"/>
                <a:gd name="connsiteY9" fmla="*/ 36481 h 38100"/>
                <a:gd name="connsiteX10" fmla="*/ 61913 w 66675"/>
                <a:gd name="connsiteY10" fmla="*/ 36481 h 38100"/>
                <a:gd name="connsiteX11" fmla="*/ 61913 w 66675"/>
                <a:gd name="connsiteY11" fmla="*/ 15716 h 38100"/>
                <a:gd name="connsiteX12" fmla="*/ 61722 w 66675"/>
                <a:gd name="connsiteY12" fmla="*/ 15716 h 38100"/>
                <a:gd name="connsiteX13" fmla="*/ 54197 w 66675"/>
                <a:gd name="connsiteY13" fmla="*/ 36481 h 38100"/>
                <a:gd name="connsiteX14" fmla="*/ 49244 w 66675"/>
                <a:gd name="connsiteY14" fmla="*/ 36481 h 38100"/>
                <a:gd name="connsiteX15" fmla="*/ 41720 w 66675"/>
                <a:gd name="connsiteY15" fmla="*/ 15716 h 38100"/>
                <a:gd name="connsiteX16" fmla="*/ 41624 w 66675"/>
                <a:gd name="connsiteY16" fmla="*/ 15716 h 38100"/>
                <a:gd name="connsiteX17" fmla="*/ 41624 w 66675"/>
                <a:gd name="connsiteY17" fmla="*/ 36481 h 38100"/>
                <a:gd name="connsiteX18" fmla="*/ 34766 w 66675"/>
                <a:gd name="connsiteY18" fmla="*/ 36481 h 38100"/>
                <a:gd name="connsiteX19" fmla="*/ 34766 w 66675"/>
                <a:gd name="connsiteY19" fmla="*/ 7239 h 38100"/>
                <a:gd name="connsiteX20" fmla="*/ 44387 w 66675"/>
                <a:gd name="connsiteY20" fmla="*/ 7239 h 38100"/>
                <a:gd name="connsiteX21" fmla="*/ 51721 w 66675"/>
                <a:gd name="connsiteY21" fmla="*/ 26479 h 38100"/>
                <a:gd name="connsiteX22" fmla="*/ 59055 w 66675"/>
                <a:gd name="connsiteY22" fmla="*/ 7239 h 38100"/>
                <a:gd name="connsiteX23" fmla="*/ 68675 w 66675"/>
                <a:gd name="connsiteY23" fmla="*/ 7239 h 38100"/>
                <a:gd name="connsiteX24" fmla="*/ 68675 w 66675"/>
                <a:gd name="connsiteY24" fmla="*/ 3648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" h="38100">
                  <a:moveTo>
                    <a:pt x="30956" y="12859"/>
                  </a:moveTo>
                  <a:lnTo>
                    <a:pt x="22574" y="12859"/>
                  </a:lnTo>
                  <a:lnTo>
                    <a:pt x="22574" y="36481"/>
                  </a:lnTo>
                  <a:lnTo>
                    <a:pt x="15431" y="36481"/>
                  </a:lnTo>
                  <a:lnTo>
                    <a:pt x="15431" y="12859"/>
                  </a:lnTo>
                  <a:lnTo>
                    <a:pt x="7144" y="12859"/>
                  </a:lnTo>
                  <a:lnTo>
                    <a:pt x="7144" y="7144"/>
                  </a:lnTo>
                  <a:lnTo>
                    <a:pt x="31052" y="7144"/>
                  </a:lnTo>
                  <a:lnTo>
                    <a:pt x="31052" y="12859"/>
                  </a:lnTo>
                  <a:close/>
                  <a:moveTo>
                    <a:pt x="68675" y="36481"/>
                  </a:moveTo>
                  <a:lnTo>
                    <a:pt x="61913" y="36481"/>
                  </a:lnTo>
                  <a:lnTo>
                    <a:pt x="61913" y="15716"/>
                  </a:lnTo>
                  <a:lnTo>
                    <a:pt x="61722" y="15716"/>
                  </a:lnTo>
                  <a:lnTo>
                    <a:pt x="54197" y="36481"/>
                  </a:lnTo>
                  <a:lnTo>
                    <a:pt x="49244" y="36481"/>
                  </a:lnTo>
                  <a:lnTo>
                    <a:pt x="41720" y="15716"/>
                  </a:lnTo>
                  <a:lnTo>
                    <a:pt x="41624" y="15716"/>
                  </a:lnTo>
                  <a:lnTo>
                    <a:pt x="41624" y="36481"/>
                  </a:lnTo>
                  <a:lnTo>
                    <a:pt x="34766" y="36481"/>
                  </a:lnTo>
                  <a:lnTo>
                    <a:pt x="34766" y="7239"/>
                  </a:lnTo>
                  <a:lnTo>
                    <a:pt x="44387" y="7239"/>
                  </a:lnTo>
                  <a:lnTo>
                    <a:pt x="51721" y="26479"/>
                  </a:lnTo>
                  <a:lnTo>
                    <a:pt x="59055" y="7239"/>
                  </a:lnTo>
                  <a:lnTo>
                    <a:pt x="68675" y="7239"/>
                  </a:lnTo>
                  <a:lnTo>
                    <a:pt x="68675" y="3648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914" y="2846689"/>
            <a:ext cx="6255230" cy="144655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8662" y="4785832"/>
            <a:ext cx="6094123" cy="461665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62" name="Straight Connector 61"/>
          <p:cNvCxnSpPr/>
          <p:nvPr userDrawn="1"/>
        </p:nvCxnSpPr>
        <p:spPr>
          <a:xfrm flipH="1">
            <a:off x="886043" y="4561153"/>
            <a:ext cx="88122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8FE2-D924-4657-9A92-05EDA23967FD}" type="datetime1">
              <a:rPr lang="en-US" smtClean="0"/>
              <a:t>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772160" y="5896610"/>
            <a:ext cx="2865755" cy="306070"/>
            <a:chOff x="1012" y="9286"/>
            <a:chExt cx="4513" cy="482"/>
          </a:xfrm>
        </p:grpSpPr>
        <p:pic>
          <p:nvPicPr>
            <p:cNvPr id="36" name="图片 35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37" name="图片 36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38" name="图片 37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39" name="图片 38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3" name="Freeform 29"/>
          <p:cNvSpPr/>
          <p:nvPr userDrawn="1"/>
        </p:nvSpPr>
        <p:spPr>
          <a:xfrm>
            <a:off x="6096000" y="1765943"/>
            <a:ext cx="5818133" cy="4823753"/>
          </a:xfrm>
          <a:custGeom>
            <a:avLst/>
            <a:gdLst>
              <a:gd name="connsiteX0" fmla="*/ 0 w 5818133"/>
              <a:gd name="connsiteY0" fmla="*/ 0 h 4802563"/>
              <a:gd name="connsiteX1" fmla="*/ 5263631 w 5818133"/>
              <a:gd name="connsiteY1" fmla="*/ 0 h 4802563"/>
              <a:gd name="connsiteX2" fmla="*/ 5818133 w 5818133"/>
              <a:gd name="connsiteY2" fmla="*/ 554349 h 4802563"/>
              <a:gd name="connsiteX3" fmla="*/ 5818133 w 5818133"/>
              <a:gd name="connsiteY3" fmla="*/ 4802563 h 4802563"/>
              <a:gd name="connsiteX4" fmla="*/ 0 w 5818133"/>
              <a:gd name="connsiteY4" fmla="*/ 4802563 h 4802563"/>
              <a:gd name="connsiteX5" fmla="*/ 0 w 5818133"/>
              <a:gd name="connsiteY5" fmla="*/ 0 h 480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18133" h="4802563">
                <a:moveTo>
                  <a:pt x="0" y="0"/>
                </a:moveTo>
                <a:lnTo>
                  <a:pt x="5263631" y="0"/>
                </a:lnTo>
                <a:cubicBezTo>
                  <a:pt x="5569910" y="0"/>
                  <a:pt x="5818133" y="248189"/>
                  <a:pt x="5818133" y="554349"/>
                </a:cubicBezTo>
                <a:lnTo>
                  <a:pt x="5818133" y="4802563"/>
                </a:lnTo>
                <a:lnTo>
                  <a:pt x="0" y="480256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461186" y="2702019"/>
            <a:ext cx="661181" cy="0"/>
          </a:xfrm>
          <a:prstGeom prst="line">
            <a:avLst/>
          </a:prstGeom>
          <a:ln w="412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443" y="2761010"/>
            <a:ext cx="4129829" cy="175432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716" y="2571954"/>
            <a:ext cx="4666436" cy="3097773"/>
          </a:xfrm>
        </p:spPr>
        <p:txBody>
          <a:bodyPr>
            <a:normAutofit/>
          </a:bodyPr>
          <a:lstStyle>
            <a:lvl1pPr marL="520700" indent="-520700">
              <a:buClr>
                <a:schemeClr val="accent2"/>
              </a:buClr>
              <a:buSzPct val="120000"/>
              <a:buFont typeface="+mj-lt"/>
              <a:buAutoNum type="arabicPeriod"/>
              <a:defRPr sz="2000"/>
            </a:lvl1pPr>
            <a:lvl2pPr marL="685800" indent="0">
              <a:buFont typeface="Verdana" panose="020B0604030504040204" pitchFamily="34" charset="0"/>
              <a:buChar char=" "/>
              <a:defRPr sz="1600"/>
            </a:lvl2pPr>
            <a:lvl3pPr marL="1085850" indent="-171450">
              <a:defRPr sz="1600"/>
            </a:lvl3pPr>
            <a:lvl4pPr marL="1543050" indent="-171450">
              <a:defRPr sz="1600"/>
            </a:lvl4pPr>
            <a:lvl5pPr marL="2000250" indent="-171450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C3C6-5F55-47BC-BBB0-4AA72DBE458B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327265" y="6067355"/>
            <a:ext cx="915143" cy="595384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1416685" y="6137910"/>
            <a:ext cx="2865755" cy="306070"/>
            <a:chOff x="1012" y="9286"/>
            <a:chExt cx="4513" cy="482"/>
          </a:xfrm>
        </p:grpSpPr>
        <p:pic>
          <p:nvPicPr>
            <p:cNvPr id="7" name="图片 6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16" name="图片 15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17" name="图片 16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18" name="图片 17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0"/>
          <p:cNvPicPr/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762" y="0"/>
            <a:ext cx="1218247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13" y="3111991"/>
            <a:ext cx="7022931" cy="584775"/>
          </a:xfrm>
        </p:spPr>
        <p:txBody>
          <a:bodyPr anchor="ctr"/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7571-7AC6-48AE-9E66-8AD95FFB81E1}" type="datetime1">
              <a:rPr lang="en-US" smtClean="0"/>
              <a:t>1/17/2024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294746" y="2688175"/>
            <a:ext cx="2939480" cy="191239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337185" y="4418330"/>
            <a:ext cx="2865755" cy="306070"/>
            <a:chOff x="1012" y="9286"/>
            <a:chExt cx="4513" cy="482"/>
          </a:xfrm>
        </p:grpSpPr>
        <p:pic>
          <p:nvPicPr>
            <p:cNvPr id="12" name="图片 11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16" name="图片 15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17" name="图片 16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18" name="图片 17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045" y="2277745"/>
            <a:ext cx="10710545" cy="320611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545" y="684652"/>
            <a:ext cx="10706607" cy="461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045" y="1474470"/>
            <a:ext cx="10709275" cy="398780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B06-AA8C-406A-B8B2-7D28D0F8DC59}" type="datetime1">
              <a:rPr lang="en-US" smtClean="0"/>
              <a:t>1/17/2024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8" cstate="email"/>
          <a:srcRect/>
          <a:stretch>
            <a:fillRect/>
          </a:stretch>
        </p:blipFill>
        <p:spPr>
          <a:xfrm>
            <a:off x="0" y="0"/>
            <a:ext cx="263471" cy="6858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6"/>
          <p:cNvSpPr/>
          <p:nvPr userDrawn="1">
            <p:custDataLst>
              <p:tags r:id="rId1"/>
            </p:custDataLst>
          </p:nvPr>
        </p:nvSpPr>
        <p:spPr>
          <a:xfrm>
            <a:off x="-2" y="5959737"/>
            <a:ext cx="1343027" cy="66393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327265" y="6067355"/>
            <a:ext cx="915143" cy="595384"/>
          </a:xfrm>
          <a:prstGeom prst="rect">
            <a:avLst/>
          </a:prstGeom>
        </p:spPr>
      </p:pic>
      <p:grpSp>
        <p:nvGrpSpPr>
          <p:cNvPr id="23" name="组合 22"/>
          <p:cNvGrpSpPr/>
          <p:nvPr userDrawn="1"/>
        </p:nvGrpSpPr>
        <p:grpSpPr>
          <a:xfrm>
            <a:off x="1410970" y="6165850"/>
            <a:ext cx="2362200" cy="252730"/>
            <a:chOff x="6374" y="11309"/>
            <a:chExt cx="4512" cy="483"/>
          </a:xfrm>
        </p:grpSpPr>
        <p:pic>
          <p:nvPicPr>
            <p:cNvPr id="12" name="图片 11" descr="5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8496" y="11310"/>
              <a:ext cx="1188" cy="482"/>
            </a:xfrm>
            <a:prstGeom prst="rect">
              <a:avLst/>
            </a:prstGeom>
          </p:spPr>
        </p:pic>
        <p:pic>
          <p:nvPicPr>
            <p:cNvPr id="14" name="图片 13" descr="5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9828" y="11309"/>
              <a:ext cx="1059" cy="482"/>
            </a:xfrm>
            <a:prstGeom prst="rect">
              <a:avLst/>
            </a:prstGeom>
          </p:spPr>
        </p:pic>
        <p:pic>
          <p:nvPicPr>
            <p:cNvPr id="16" name="图片 15" descr="5-10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374" y="11309"/>
              <a:ext cx="1073" cy="482"/>
            </a:xfrm>
            <a:prstGeom prst="rect">
              <a:avLst/>
            </a:prstGeom>
          </p:spPr>
        </p:pic>
        <p:pic>
          <p:nvPicPr>
            <p:cNvPr id="18" name="图片 17" descr="5-1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7591" y="11309"/>
              <a:ext cx="761" cy="482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tags" Target="../tags/tag4.xml"/><Relationship Id="rId10" Type="http://schemas.openxmlformats.org/officeDocument/2006/relationships/tags" Target="../tags/tag5.xml"/><Relationship Id="rId11" Type="http://schemas.openxmlformats.org/officeDocument/2006/relationships/tags" Target="../tags/tag6.xml"/><Relationship Id="rId12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tags" Target="../tags/tag37.xml"/><Relationship Id="rId9" Type="http://schemas.openxmlformats.org/officeDocument/2006/relationships/tags" Target="../tags/tag38.xml"/><Relationship Id="rId10" Type="http://schemas.openxmlformats.org/officeDocument/2006/relationships/tags" Target="../tags/tag39.xml"/><Relationship Id="rId11" Type="http://schemas.openxmlformats.org/officeDocument/2006/relationships/tags" Target="../tags/tag40.xml"/><Relationship Id="rId12" Type="http://schemas.openxmlformats.org/officeDocument/2006/relationships/tags" Target="../tags/tag41.xml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1.xml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jpeg"/><Relationship Id="rId18" Type="http://schemas.openxmlformats.org/officeDocument/2006/relationships/image" Target="../media/image18.png"/><Relationship Id="rId19" Type="http://schemas.openxmlformats.org/officeDocument/2006/relationships/image" Target="../media/image19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hyperlink" Target="http://www.hach.com.cn/" TargetMode="External"/><Relationship Id="rId8" Type="http://schemas.openxmlformats.org/officeDocument/2006/relationships/image" Target="../media/image20.jpeg"/><Relationship Id="rId9" Type="http://schemas.openxmlformats.org/officeDocument/2006/relationships/image" Target="../media/image21.png"/><Relationship Id="rId10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741045" y="2546350"/>
            <a:ext cx="1096645" cy="36131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1200"/>
              </a:spcBef>
              <a:buClrTx/>
              <a:buSzTx/>
              <a:buChar char="•"/>
            </a:pPr>
            <a:r>
              <a:rPr lang="zh-CN" altLang="en-US" sz="1400" b="1" spc="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Verdana" panose="020B0604030504040204" pitchFamily="34" charset="0"/>
                <a:sym typeface="+mn-ea"/>
              </a:rPr>
              <a:t>颜色：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744220" y="1299845"/>
            <a:ext cx="5117465" cy="1099820"/>
          </a:xfr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1600" b="1" spc="0" dirty="0">
                <a:solidFill>
                  <a:srgbClr val="4D4D4D"/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请使用最新版本的演示文稿，此模板的每一部分均提供了几种不同风格，可以根据您的演示内容进行相应选择，给用户特别的观看体验，同时彰显出哈希品牌的特性。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1</a:t>
            </a:fld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043305" y="2832100"/>
            <a:ext cx="3383280" cy="1098550"/>
            <a:chOff x="1682" y="4224"/>
            <a:chExt cx="5328" cy="1730"/>
          </a:xfrm>
        </p:grpSpPr>
        <p:sp>
          <p:nvSpPr>
            <p:cNvPr id="6" name="文本框 5"/>
            <p:cNvSpPr txBox="1"/>
            <p:nvPr/>
          </p:nvSpPr>
          <p:spPr>
            <a:xfrm>
              <a:off x="2450" y="4224"/>
              <a:ext cx="4561" cy="173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HACH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蓝的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RGB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色值为：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0/126/181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深灰色</a:t>
              </a:r>
              <a:r>
                <a:rPr lang="en-US" altLang="zh-CN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RGB</a:t>
              </a:r>
              <a:r>
                <a:rPr lang="zh-CN" altLang="en-US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色值为：</a:t>
              </a:r>
              <a:r>
                <a:rPr lang="en-US" altLang="zh-CN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77/77/77                                       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  </a:t>
              </a:r>
              <a:endParaRPr lang="en-US" altLang="zh-CN" sz="140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浅灰色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RGB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色值为：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153/153/153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682" y="4439"/>
              <a:ext cx="768" cy="303"/>
            </a:xfrm>
            <a:prstGeom prst="rect">
              <a:avLst/>
            </a:prstGeom>
            <a:solidFill>
              <a:srgbClr val="007E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11"/>
              </p:custDataLst>
            </p:nvPr>
          </p:nvSpPr>
          <p:spPr>
            <a:xfrm>
              <a:off x="1682" y="4942"/>
              <a:ext cx="768" cy="30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12"/>
              </p:custDataLst>
            </p:nvPr>
          </p:nvSpPr>
          <p:spPr>
            <a:xfrm>
              <a:off x="1682" y="5445"/>
              <a:ext cx="768" cy="303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1045" y="4109720"/>
            <a:ext cx="1096645" cy="361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2573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字体</a:t>
            </a:r>
            <a:r>
              <a:rPr lang="zh-CN" altLang="en-US" sz="1400" b="1" dirty="0">
                <a:solidFill>
                  <a:srgbClr val="4D4D4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：</a:t>
            </a: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043305" y="4460240"/>
            <a:ext cx="2896235" cy="694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· </a:t>
            </a:r>
            <a:r>
              <a:rPr lang="zh-CN" altLang="en-US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标题及文本字体：微软雅黑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· </a:t>
            </a:r>
            <a:r>
              <a:rPr lang="zh-CN" altLang="en-US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英文字体：</a:t>
            </a:r>
            <a:r>
              <a:rPr lang="en-US" altLang="zh-CN" sz="1400" noProof="0" dirty="0" err="1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Msyh</a:t>
            </a: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(Microsoft </a:t>
            </a:r>
            <a:r>
              <a:rPr lang="en-US" altLang="zh-CN" sz="1400" noProof="0" dirty="0" err="1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YaHei</a:t>
            </a: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)</a:t>
            </a:r>
          </a:p>
        </p:txBody>
      </p:sp>
      <p:sp>
        <p:nvSpPr>
          <p:cNvPr id="13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44855" y="5363210"/>
            <a:ext cx="4021455" cy="361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2573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注意：</a:t>
            </a:r>
            <a:r>
              <a:rPr lang="zh-CN" altLang="en-US" sz="140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文字或图片请勿覆盖哈希及子品牌</a:t>
            </a:r>
            <a:r>
              <a:rPr lang="en-US" altLang="zh-CN" sz="140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logo</a:t>
            </a:r>
            <a:endParaRPr lang="zh-CN" altLang="en-US" sz="1400" b="1" dirty="0">
              <a:solidFill>
                <a:srgbClr val="4D4D4D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431915" y="1112837"/>
            <a:ext cx="5015230" cy="4096385"/>
            <a:chOff x="9493" y="1769"/>
            <a:chExt cx="7898" cy="6451"/>
          </a:xfrm>
        </p:grpSpPr>
        <p:sp>
          <p:nvSpPr>
            <p:cNvPr id="14" name="标题 3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9493" y="1769"/>
              <a:ext cx="2649" cy="584"/>
            </a:xfrm>
            <a:prstGeom prst="rect">
              <a:avLst/>
            </a:prstGeom>
          </p:spPr>
          <p:txBody>
            <a:bodyPr vert="horz" wrap="square" lIns="90170" tIns="46990" rIns="90170" bIns="46990" rtlCol="0" anchor="b">
              <a:sp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400" b="1" i="0" kern="12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</a:lstStyle>
            <a:p>
              <a:r>
                <a:rPr lang="zh-CN" altLang="en-US" sz="1800" dirty="0">
                  <a:solidFill>
                    <a:srgbClr val="4D4D4D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页面说明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2360" y="2616"/>
              <a:ext cx="2307" cy="2167"/>
              <a:chOff x="3917" y="3488"/>
              <a:chExt cx="2307" cy="2167"/>
            </a:xfrm>
          </p:grpSpPr>
          <p:sp>
            <p:nvSpPr>
              <p:cNvPr id="16" name="Rectangle 12"/>
              <p:cNvSpPr/>
              <p:nvPr>
                <p:custDataLst>
                  <p:tags r:id="rId10"/>
                </p:custDataLst>
              </p:nvPr>
            </p:nvSpPr>
            <p:spPr>
              <a:xfrm>
                <a:off x="3917" y="3488"/>
                <a:ext cx="2287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议程</a:t>
                </a:r>
                <a:r>
                  <a:rPr lang="en-US" altLang="zh-CN" sz="1400" b="1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目录</a:t>
                </a:r>
                <a:endParaRPr lang="en-US" sz="14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23" name="图片 22" descr="8daff9468ec275341bdab34144f32aa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17" y="4357"/>
                <a:ext cx="2307" cy="1298"/>
              </a:xfrm>
              <a:prstGeom prst="rect">
                <a:avLst/>
              </a:prstGeom>
            </p:spPr>
          </p:pic>
        </p:grpSp>
        <p:grpSp>
          <p:nvGrpSpPr>
            <p:cNvPr id="41" name="组合 40"/>
            <p:cNvGrpSpPr/>
            <p:nvPr/>
          </p:nvGrpSpPr>
          <p:grpSpPr>
            <a:xfrm>
              <a:off x="15104" y="2616"/>
              <a:ext cx="2287" cy="2140"/>
              <a:chOff x="6661" y="3488"/>
              <a:chExt cx="2287" cy="2140"/>
            </a:xfrm>
          </p:grpSpPr>
          <p:sp>
            <p:nvSpPr>
              <p:cNvPr id="17" name="Rectangle 13"/>
              <p:cNvSpPr/>
              <p:nvPr>
                <p:custDataLst>
                  <p:tags r:id="rId9"/>
                </p:custDataLst>
              </p:nvPr>
            </p:nvSpPr>
            <p:spPr>
              <a:xfrm>
                <a:off x="6661" y="3488"/>
                <a:ext cx="2287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章节封面</a:t>
                </a:r>
              </a:p>
            </p:txBody>
          </p:sp>
          <p:pic>
            <p:nvPicPr>
              <p:cNvPr id="24" name="图片 23" descr="23cdd9762ea1fab8073bafe8aedb18d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81" y="4357"/>
                <a:ext cx="2259" cy="1271"/>
              </a:xfrm>
              <a:prstGeom prst="rect">
                <a:avLst/>
              </a:prstGeom>
            </p:spPr>
          </p:pic>
        </p:grpSp>
        <p:grpSp>
          <p:nvGrpSpPr>
            <p:cNvPr id="43" name="组合 42"/>
            <p:cNvGrpSpPr/>
            <p:nvPr/>
          </p:nvGrpSpPr>
          <p:grpSpPr>
            <a:xfrm>
              <a:off x="9569" y="2616"/>
              <a:ext cx="2404" cy="2175"/>
              <a:chOff x="1126" y="3488"/>
              <a:chExt cx="2404" cy="2175"/>
            </a:xfrm>
          </p:grpSpPr>
          <p:sp>
            <p:nvSpPr>
              <p:cNvPr id="15" name="Rectangle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73" y="3488"/>
                <a:ext cx="2287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封面</a:t>
                </a:r>
                <a:endParaRPr lang="en-US" sz="14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6" y="4312"/>
                <a:ext cx="2404" cy="1351"/>
              </a:xfrm>
              <a:prstGeom prst="rect">
                <a:avLst/>
              </a:prstGeom>
            </p:spPr>
          </p:pic>
        </p:grpSp>
        <p:grpSp>
          <p:nvGrpSpPr>
            <p:cNvPr id="40" name="组合 39"/>
            <p:cNvGrpSpPr/>
            <p:nvPr/>
          </p:nvGrpSpPr>
          <p:grpSpPr>
            <a:xfrm>
              <a:off x="9616" y="6056"/>
              <a:ext cx="2301" cy="2164"/>
              <a:chOff x="9398" y="3488"/>
              <a:chExt cx="2301" cy="2164"/>
            </a:xfrm>
          </p:grpSpPr>
          <p:sp>
            <p:nvSpPr>
              <p:cNvPr id="21" name="Rectangle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9405" y="3488"/>
                <a:ext cx="2288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内容页</a:t>
                </a:r>
                <a:endParaRPr lang="en-US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34" name="图片 33" descr="0e5052a18369e4728b2b58d613d4b8a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398" y="4357"/>
                <a:ext cx="2301" cy="1295"/>
              </a:xfrm>
              <a:prstGeom prst="rect">
                <a:avLst/>
              </a:prstGeom>
            </p:spPr>
          </p:pic>
        </p:grpSp>
        <p:sp>
          <p:nvSpPr>
            <p:cNvPr id="46" name="Rectangle 11"/>
            <p:cNvSpPr/>
            <p:nvPr>
              <p:custDataLst>
                <p:tags r:id="rId6"/>
              </p:custDataLst>
            </p:nvPr>
          </p:nvSpPr>
          <p:spPr>
            <a:xfrm>
              <a:off x="12360" y="6054"/>
              <a:ext cx="2288" cy="71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结束页</a:t>
              </a:r>
              <a:endParaRPr 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22614" y="4372176"/>
            <a:ext cx="1452246" cy="804096"/>
          </a:xfrm>
          <a:prstGeom prst="rect">
            <a:avLst/>
          </a:prstGeom>
        </p:spPr>
      </p:pic>
      <p:sp>
        <p:nvSpPr>
          <p:cNvPr id="35" name="标题 3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44855" y="685800"/>
            <a:ext cx="5036820" cy="460375"/>
          </a:xfrm>
        </p:spPr>
        <p:txBody>
          <a:bodyPr wrap="square">
            <a:normAutofit fontScale="90000"/>
          </a:bodyPr>
          <a:lstStyle/>
          <a:p>
            <a:r>
              <a:rPr lang="zh-CN" altLang="en-US" sz="2665" spc="0" dirty="0">
                <a:solidFill>
                  <a:srgbClr val="007EB5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哈希</a:t>
            </a:r>
            <a:r>
              <a:rPr lang="en-US" altLang="zh-CN" sz="2665" spc="0" dirty="0">
                <a:solidFill>
                  <a:srgbClr val="007EB5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2665" spc="0" dirty="0">
                <a:solidFill>
                  <a:srgbClr val="007EB5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模板使用说明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4572000" cy="5080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546A"/>
                </a:solidFill>
                <a:latin typeface="微软雅黑"/>
              </a:defRPr>
            </a:pPr>
            <a:r>
              <a:t>2026环博会参展厂商竞争分析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874CB"/>
                </a:solidFill>
                <a:latin typeface="微软雅黑"/>
              </a:defRPr>
            </a:pPr>
            <a:r>
              <a:t>IMS产品线竞争情报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微软雅黑"/>
              </a:defRPr>
            </a:pPr>
            <a:r>
              <a:t>2026年4月  |  上海新国际博览中心  |  展位 E3-C12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数据来源：微信公众号公开数据OCR提取  |  样本：972家参展厂商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会议议程</a:t>
            </a:r>
            <a:b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或目录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13" y="2865770"/>
            <a:ext cx="7022931" cy="107721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此处输入幻灯片</a:t>
            </a:r>
            <a:br>
              <a:rPr lang="en-US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章节标题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90天行动建议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9800"/>
            <a:ext cx="822960" cy="411480"/>
          </a:xfrm>
          <a:prstGeom prst="rect">
            <a:avLst/>
          </a:prstGeom>
          <a:solidFill>
            <a:srgbClr val="E5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98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30天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建立39家数字化跨界公司竞争情报档案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98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梳理每家公司的云平台架构、产品参数、目标客户，评估与IMS重叠度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44472"/>
            <a:ext cx="822960" cy="41148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4447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30天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19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重点分析江苏纽带智能(E3-G61)等端到端方案公司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03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评估其是否已推出与IMS直接竞争的产品，输出内部评估报告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49144"/>
            <a:ext cx="822960" cy="41148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4914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60天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完成E4馆182家展商竞品分类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07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区分直接竞品（仪器仪表）、渠道合作方、潜在合作伙伴，拜访重点展商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53816"/>
            <a:ext cx="822960" cy="411480"/>
          </a:xfrm>
          <a:prstGeom prst="rect">
            <a:avLst/>
          </a:prstGeom>
          <a:solidFill>
            <a:srgbClr val="30C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35381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60天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284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与E4馆国内仪表厂商建立联系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124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了解其价格体系和产品路线图，为应对价格竞争做准备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58488"/>
            <a:ext cx="822960" cy="411480"/>
          </a:xfrm>
          <a:prstGeom prst="rect">
            <a:avLst/>
          </a:prstGeom>
          <a:solidFill>
            <a:srgbClr val="75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15848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90天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33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发布IMS产品线竞争力评估内部报告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1713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基于展商数据和客户沟通，评估IMS产品在监测市场的竞争地位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963160"/>
            <a:ext cx="822960" cy="411480"/>
          </a:xfrm>
          <a:prstGeom prst="rect">
            <a:avLst/>
          </a:prstGeom>
          <a:solidFill>
            <a:srgbClr val="F2B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963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90天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与水务/环保运营商客户验证价格压力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218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向大型水务集团客户了解采购趋势，验证展会观察到的价格压力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669280"/>
            <a:ext cx="4572000" cy="5080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4546A"/>
                </a:solidFill>
                <a:latin typeface="微软雅黑"/>
              </a:defRPr>
            </a:pPr>
            <a:r>
              <a:t>核心结论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solidFill>
            <a:srgbClr val="E5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最大威胁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459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不是传统仪表同行，而是39家数字化跨界公司（跨界打劫）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933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江苏纽带智能、尚云互联、杭州易环智能、E20环境平台等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直接竞争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5146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E4馆182家仪器仪表展商构成直接竞争，但多为单一参数产品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8620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优势在于全参数覆盖和品牌信任度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371600" cy="36576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跨界侵蚀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3832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39家数字化公司具备云平台+端到端方案能力，可能侵蚀IMS核心市场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307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这些公司整合传感器+云平台，对IMS产品线威胁最大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51959"/>
            <a:ext cx="1371600" cy="365760"/>
          </a:xfrm>
          <a:prstGeom prst="rect">
            <a:avLst/>
          </a:prstGeom>
          <a:solidFill>
            <a:srgbClr val="30C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51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数据缺口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251959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E3馆（监测与检测）数据不完整，需进一步补充E3馆完整展商数据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599431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展位在E3-C12，展会期间可实地核实E3馆展商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微软雅黑"/>
              </a:defRPr>
            </a:pPr>
            <a:r>
              <a:t>IMS产品线  |  2026环博会  |  数据来源：微信公众号公开OCR数据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lhNGM0ZWYwODM0NGYxZDM1MjgzMzJhNmFiZTU0O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宽屏</PresentationFormat>
  <Paragraphs>45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微软雅黑</vt:lpstr>
      <vt:lpstr>微软雅黑 Light</vt:lpstr>
      <vt:lpstr>Arial</vt:lpstr>
      <vt:lpstr>Calibri</vt:lpstr>
      <vt:lpstr>Verdana</vt:lpstr>
      <vt:lpstr>Wingdings</vt:lpstr>
      <vt:lpstr>WPS</vt:lpstr>
      <vt:lpstr>哈希PPT模板使用说明</vt:lpstr>
      <vt:lpstr>此处输入 幻灯片标题</vt:lpstr>
      <vt:lpstr>会议议程 或目录</vt:lpstr>
      <vt:lpstr>此处输入幻灯片 章节标题</vt:lpstr>
      <vt:lpstr>内容页标题</vt:lpstr>
      <vt:lpstr>谢谢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wang, yangyang</cp:lastModifiedBy>
  <cp:revision>163</cp:revision>
  <dcterms:created xsi:type="dcterms:W3CDTF">2019-06-19T02:08:00Z</dcterms:created>
  <dcterms:modified xsi:type="dcterms:W3CDTF">2024-01-17T03:06:30Z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2F4FCE06D0994AFEB1FADD57EE767213_13</vt:lpwstr>
  </property>
  <property fmtid="{D5CDD505-2E9C-101B-9397-08002B2CF9AE}" pid="4" name="MSIP_Label_75c9361e-11db-4cdb-bb28-a56c50666d3c_Enabled">
    <vt:lpwstr>true</vt:lpwstr>
  </property>
  <property fmtid="{D5CDD505-2E9C-101B-9397-08002B2CF9AE}" pid="5" name="MSIP_Label_75c9361e-11db-4cdb-bb28-a56c50666d3c_SetDate">
    <vt:lpwstr>2024-01-16T08:34:49Z</vt:lpwstr>
  </property>
  <property fmtid="{D5CDD505-2E9C-101B-9397-08002B2CF9AE}" pid="6" name="MSIP_Label_75c9361e-11db-4cdb-bb28-a56c50666d3c_Method">
    <vt:lpwstr>Privileged</vt:lpwstr>
  </property>
  <property fmtid="{D5CDD505-2E9C-101B-9397-08002B2CF9AE}" pid="7" name="MSIP_Label_75c9361e-11db-4cdb-bb28-a56c50666d3c_Name">
    <vt:lpwstr>Public</vt:lpwstr>
  </property>
  <property fmtid="{D5CDD505-2E9C-101B-9397-08002B2CF9AE}" pid="8" name="MSIP_Label_75c9361e-11db-4cdb-bb28-a56c50666d3c_SiteId">
    <vt:lpwstr>2c518df7-6644-41f8-8350-3f75e61362ac</vt:lpwstr>
  </property>
  <property fmtid="{D5CDD505-2E9C-101B-9397-08002B2CF9AE}" pid="9" name="MSIP_Label_75c9361e-11db-4cdb-bb28-a56c50666d3c_ActionId">
    <vt:lpwstr>feb22365-5614-4d74-b228-e70435d614c9</vt:lpwstr>
  </property>
  <property fmtid="{D5CDD505-2E9C-101B-9397-08002B2CF9AE}" pid="10" name="MSIP_Label_75c9361e-11db-4cdb-bb28-a56c50666d3c_ContentBits">
    <vt:lpwstr>0</vt:lpwstr>
  </property>
</Properties>
</file>