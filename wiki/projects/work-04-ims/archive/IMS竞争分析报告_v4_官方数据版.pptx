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IMS竞争分析报告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2026环博会参展后深度分析 | 官方数据验证版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哈希中国 IMS产品线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2026年4月18日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官方数据：2026环博会规模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1,987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参展企业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82,419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专业观众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参展国家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2024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81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观众来源国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718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展馆布局：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E1/E2馆 = 过程控制与仪表 | E3/E4馆 = 环境监测/仪表 | N馆 = 新能源/综合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哈希展位（E1馆）：E1565 / E1625 / E1636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E+H展位（E1馆）：E1612 / E1632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17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威立雅：已确认参展（展位号未知）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数据来源：第27届上海国际环博会官方闭幕报告 (2026.04.17)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官方定调：行业转型方向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「数字化、智能化技术已从'辅助工具'升级为环保治理的'核心引擎'」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官方闭幕报告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02336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转型逻辑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从「末端治理」→「全链条协同」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从「规模驱动」→「质量驱动」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跨领域、多介质、系统协同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14600"/>
            <a:ext cx="402336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技术热点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3017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+ 环保治理深度融合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物联网 + 精准监测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大数据 + 高效运维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哈希被官方报道引用：市场主管孙思聪评价「本次环博会哈希携新品家族亮相，聚焦水处理全场景监测解决方案」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已验证展商 — 三层竞争格局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32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仪表硬件层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35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 Hach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350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E1565/E1625/E1636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3350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官方报道引用，新品家族亮相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 Endress+Hauser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10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E1612/E1632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10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FieldEdge IIoT平台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威立雅 Veolia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用户确认参展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8595360" cy="3200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98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软件平台层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85953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AVEVA (Schneider)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预计参展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200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OSoft PI/ Wonderware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待验证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602736"/>
            <a:ext cx="85953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Siemens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6758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预计参展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6758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WinCC / MindSphere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3675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待验证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云厂商/系统集成层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517136"/>
            <a:ext cx="85953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590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4590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市场威胁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590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非实际参展商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4590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待验证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992624"/>
            <a:ext cx="85953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5065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51760" y="5065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市场威胁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50657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非实际参展商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0" y="50657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待验证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= 官方确认/用户确认  ⚠ = 基于历史数据预测，需现场核实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8179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 — IMS赛道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685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现有竞争者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73152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51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914400"/>
            <a:ext cx="58521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0515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 vs E+H正面竞争；威立雅一体化方案威胁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011680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562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719072"/>
            <a:ext cx="731520" cy="685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85623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1719072"/>
            <a:ext cx="58521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85623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云厂商（阿里/华为）从平台层向下切入仪表层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2011680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609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0" y="2523744"/>
            <a:ext cx="731520" cy="685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66090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2523744"/>
            <a:ext cx="58521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66090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便携式监测仪、无人监测站替代传统在线仪表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2011680" cy="68580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655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供应商议价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0" y="3328416"/>
            <a:ext cx="731520" cy="68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46557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17520" y="3328416"/>
            <a:ext cx="58521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4655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传感器/芯片供应商分散，议价能力弱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33088"/>
            <a:ext cx="2011680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2702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客户议价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86000" y="4133088"/>
            <a:ext cx="731520" cy="685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27024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017520" y="4133088"/>
            <a:ext cx="58521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427024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市政大客户招标压价；工业客户需求定制化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哈希IMS SWOT分析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107C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7C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优势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美国品牌，本地研发20年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全场景监测覆盖（市政/工业/电子/膜）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官方报道背书，高曝光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多款新品家族亮相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0233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劣势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13716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价格定位中高端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软件平台能力弱于西门子/E+H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E+H FieldEdge IIoT生态更完整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0233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90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机会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AI+IoT成为核心引擎，IMS赛道扩张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1,987家展商=潜在合作伙伴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82,419专业观众=精准客户池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40233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90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威胁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4747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云厂商平台向下切入（阿里/华为）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E+H硬件+软件+云全栈布局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替代品：便携/无人监测站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90天行动计划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80160" cy="1234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前30天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914400"/>
            <a:ext cx="7315200" cy="12344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024128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整理展会名片/潜客名单，分类跟进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对比E+H FieldEdge vs Hach D2020产品功能差距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梳理展会上确认参展的仪表同行名单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联系威立雅展会对接人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1280160" cy="123444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606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31-60天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2240280"/>
            <a:ext cx="7315200" cy="12344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350008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拜访3-5家高意向潜客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完成IMS软件平台竞品对比表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与云厂商（阿里/华为）探索合作模式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形成E1/E3馆展商热力图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1280160" cy="12344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61-90天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54480" y="3566160"/>
            <a:ext cx="7315200" cy="12344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675888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确定IMS产品线下半年差异化定位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输出完整竞争分析报告v5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规划2027年参展策略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关键原则：基于实际展商数据制定策略，不依赖未验证的预测名单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IMS竞争分析报告_v4_官方数据版</dc:title>
  <dc:subject>PptxGenJS Presentation</dc:subject>
  <dc:creator>哈希中国IMS战略规划</dc:creator>
  <cp:lastModifiedBy>哈希中国IMS战略规划</cp:lastModifiedBy>
  <cp:revision>1</cp:revision>
  <dcterms:created xsi:type="dcterms:W3CDTF">2026-04-18T08:00:03Z</dcterms:created>
  <dcterms:modified xsi:type="dcterms:W3CDTF">2026-04-18T08:00:03Z</dcterms:modified>
</cp:coreProperties>
</file>