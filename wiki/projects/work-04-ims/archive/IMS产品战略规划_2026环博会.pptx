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0066C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0A0B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IMS产品战略规划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2026年第27届中国环博会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4023360"/>
            <a:ext cx="9144000" cy="1097280"/>
          </a:xfrm>
          <a:prstGeom prst="rect">
            <a:avLst/>
          </a:prstGeom>
          <a:solidFill>
            <a:srgbClr val="0066CC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06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2026.04.13-15  |  上海新国际博览中心  |  哈希(HACH)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2026环保产业趋势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双碳目标驱动：2030碳达峰、2060碳中和政策加速落地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水质监测市场年复合增长率预计超过12%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智慧水务建设成为城市基础设施升级重点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长三角、珠三角区域污水提标改造需求旺盛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数字化、智能化监测设备国产替代加速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展会概览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第27届中国环博会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2026年4月13-15日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上海新国际博览中心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链接全球机遇，探索新兴动能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聚焦领域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资源化 · 循环化 · 低碳化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00336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哈希展位亮点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展位规模：全面展示智能化水质监测解决方案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新品发布：IMS智能监测平台重磅亮相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技术专家：现场技术交流与方案定制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行业论坛：参与高峰对话，分享洞察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变局特征与挑战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365760" cy="365760"/>
          </a:xfrm>
          <a:prstGeom prst="ellipse">
            <a:avLst/>
          </a:prstGeom>
          <a:solidFill>
            <a:srgbClr val="00A0B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政策波动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环保标准频繁更新，监测指标持续扩展，企业合规成本上升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417320"/>
            <a:ext cx="365760" cy="365760"/>
          </a:xfrm>
          <a:prstGeom prst="ellipse">
            <a:avLst/>
          </a:prstGeom>
          <a:solidFill>
            <a:srgbClr val="00A0B0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技术迭代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物联网、AI诊断、边缘计算重塑行业，技术路线选择难度增加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154680"/>
            <a:ext cx="365760" cy="365760"/>
          </a:xfrm>
          <a:prstGeom prst="ellipse">
            <a:avLst/>
          </a:prstGeom>
          <a:solidFill>
            <a:srgbClr val="00A0B0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市场竞争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国产厂商崛起，价格竞争加剧，高端市场被国际品牌占据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3154680"/>
            <a:ext cx="365760" cy="365760"/>
          </a:xfrm>
          <a:prstGeom prst="ellipse">
            <a:avLst/>
          </a:prstGeom>
          <a:solidFill>
            <a:srgbClr val="00A0B0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4924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客户需求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36118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从单点监测向全流程智慧管理转型，一站式解决方案成刚需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IMS核心能力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Intelligent Monitoring System — 智能化监测系统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00336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端到端监测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在线分析仪全参数覆盖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数据采集稳定性99.9%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无人值守远程运维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003366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AI预警模型提前发现异常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趋势预测指导运维决策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故障诊断降低停机时间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003366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645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平台整合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5080" y="219456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统一数据中台打破信息孤岛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开放式API对接客户系统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定制化报表满足管理需求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哈希核心优势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00336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哈希(HACH)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Founded 1947 | 79年行业深耕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Since 2023: Part of Veralto Group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 Leaders in Water Analysis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中国研发，世界标准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3566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为什么选择哈希IMS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1947年专业积累，覆盖全参数水质监测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中国20年本土研发，本地化定制能力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多品牌矩阵 (Polymetron, Orbisphere等)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全国服务网络，售后响应快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全球100万+用户认可，品质可靠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IMS战略定位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产品领先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聚焦高毛利细分市场，建立技术壁垒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0B0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5544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方案赋能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27432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从单品销售转向整体解决方案，提升客单价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0B0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5544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服务增值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27432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原厂服务+远程运维，打造持续收入模式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084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A0B0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040880" y="1371600"/>
            <a:ext cx="1965960" cy="25603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15544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040880" y="21945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27432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对接智慧水务平台，融入客户数字化转型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0066CC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目标：2026年环博会期间，IMS解决方案签约金额突破XXXX万元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7315200" cy="7315200"/>
          </a:xfrm>
          <a:prstGeom prst="ellipse">
            <a:avLst/>
          </a:prstGeom>
          <a:solidFill>
            <a:srgbClr val="0066C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2743200"/>
            <a:ext cx="5486400" cy="5486400"/>
          </a:xfrm>
          <a:prstGeom prst="ellipse">
            <a:avLst/>
          </a:prstGeom>
          <a:solidFill>
            <a:srgbClr val="00A0B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立即行动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0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携手哈希IMS，共赢环保新时代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联系我们：400-686-8899 / 800-840-6026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官网：www.hach.com.cn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期待与您相聚2026环博会！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IMS产品战略规划 - 2026环博会</dc:title>
  <dc:subject>PptxGenJS Presentation</dc:subject>
  <dc:creator>哈希中国</dc:creator>
  <cp:lastModifiedBy>哈希中国</cp:lastModifiedBy>
  <cp:revision>1</cp:revision>
  <dcterms:created xsi:type="dcterms:W3CDTF">2026-04-18T05:41:03Z</dcterms:created>
  <dcterms:modified xsi:type="dcterms:W3CDTF">2026-04-18T05:41:03Z</dcterms:modified>
</cp:coreProperties>
</file>