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3A6B"/>
                </a:solidFill>
              </a:defRPr>
            </a:pPr>
            <a:r>
              <a:t>2026环博会参展厂商竞争分析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哈希中国IMS产品线 | 2026年4月 | 上海新国际博览中心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4876495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A6B"/>
                </a:solidFill>
              </a:defRPr>
            </a:pPr>
            <a:r>
              <a:t>数据来源与样本说明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数据来源：微信公众号公开文章OCR提取，共识别972家参展厂商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数据覆盖率约60-70%，存在一定遗漏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展馆覆盖：E1/E2/E3/E4/E5/E6/E7/N1/N2/N4/N5/W1/W2/W3/W4/W5共16个馆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公众号展商图片CDN加密，无法直接下载大图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E4馆（过程控制与仪器仪表）展商标注最多：182家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这些厂商可能以其他名称参展或未参展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含数字化关键词展商（云/平台/系统/数据/智能）：39家（跨界数字化威胁）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注：E3馆（监测与检测）数据因公众号图片加密仅获取15家，E+H/ABB/西门子/横河等未在数据中检索到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A6B"/>
                </a:solidFill>
              </a:defRPr>
            </a:pPr>
            <a:r>
              <a:t>参展厂商展馆分布（972家）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E4馆 182家 — 过程控制与仪器仪表/监测与检测（最多）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E6馆 187家 — 大气治理/余热回收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E5馆 174家 — 大气治理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E2馆 120家 — 综合环境解决方案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E1馆  93家 — 综合环境解决方案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E3馆  15家 — 监测与检测（数据不完整，受限于公众号图片加密）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哈希展位：E3-C12（监测与检测馆）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其他馆  181家 — N/W馆综合展区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A6B"/>
                </a:solidFill>
              </a:defRPr>
            </a:pPr>
            <a:r>
              <a:t>972家展商分类（按产品/业务关键词）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仪表/传感器/仪器类：86家（E4馆为主）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代表性展商：上泰仪器、哈希（E4-D08/E08）、天信仪表、威格中国等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水处理/泵阀/膜材料类：69家（E1/E5馆为主）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代表性展商：世浦泰膜、中国水务投资、澳欣膜科技等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大气治理设备类：大量（E5/E6馆为主，未精确统计）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代表性展商：兰山环保、杜尔涂装等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含数字化关键词展商（云/平台/系统/数据/智能）数字化跨界公司：39家（全馆分散）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代表性展商：杭州易环智能、江苏纽带智能、尚云互联等 — 最重要威胁类别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环保工程/水务投资类：约30家（E1/E2馆为主）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代表性展商：中国水务投资、北控水务等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过滤/分离/材料类：约60家（E5/E6馆为主）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其他/未分类：约688家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数据解析率约60-70%，部分展商未精确分类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6B"/>
                </a:solidFill>
              </a:defRPr>
            </a:pPr>
            <a:r>
              <a:t>39家数字化跨界公司列表（跨界打劫主力）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E1馆 杭州易环智能科技有限公司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E1馆 E20环境平台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E2馆 北京尚云互联科技有限公司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E2馆 重庆知行数联智能科技有限责任公司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E2馆 华夏安健物联科技(青岛)有限公司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E3馆 江苏纽带智能科技有限公司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E4馆 格林菲普流体控制系统(上海)有限公司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E4馆 邯郸市耘农智慧农业科技有限公司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E4馆 科译勒(上海)智能仪表有限公司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E4馆 山东混沌智能科技有限公司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E4馆 上海温宝自动化系统工程有限公司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E4馆 深圳图说智能网络科技有限公司图页网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E4馆 广州市云景信息科技有限公司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E4馆 杭州盘古自动化系统有限公司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E4馆 杭州异辉智能科技有限公司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E4馆 缘循智能科技(上海)有限公司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E5馆 佛山市蔚蓝时代智能装备有限公司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E5馆 广东元晟智能装备制造有限公司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E5馆 镇江东方电热智能装备有限公司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E6馆 迪扬过滤系统(昆山)有限公司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E6馆 杭州捷瑞智能装备股份有限公司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E6馆 江苏中车云汇科技有限公司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E6馆 奇点低碳智能装备(浙江)有限公司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W3馆 东莞市云峰机电科技有限公司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00">
                <a:solidFill>
                  <a:srgbClr val="1A3A6B"/>
                </a:solidFill>
              </a:defRPr>
            </a:pPr>
            <a:r>
              <a:t>W3馆 上海罗普自动化控制系统有限公司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A6B"/>
                </a:solidFill>
              </a:defRPr>
            </a:pPr>
            <a:r>
              <a:t>波特五力分析（基于972家展商数据）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现有竞争者威胁（高）：E4馆182家仪器仪表展商，价格竞争激烈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代表性：上泰仪器、天信仪表、威格中国、余姚市仪表四厂等86家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潜在新进入者威胁（中）：数字化跨界公司39家，具备云平台能力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代表性：江苏纽带智能、杭州易环智能、尚云互联等39家 — 可基于云平台提供监测解决方案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替代品威胁（高）：在线监测替代实验室检测趋势加速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代表性：便携式监测仪、无人机监测、卫星遥感等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供应商议价能力（中）：传感器/芯片供应链集中度较高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水质传感器核心芯片仍依赖进口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购买者议价能力（高）：水务/环保运营商整合，集中采购压价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北控水务、中国水务等大型水务集团采购量大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A6B"/>
                </a:solidFill>
              </a:defRPr>
            </a:pPr>
            <a:r>
              <a:t>SWOT分析（基于展商数据的事实性观察）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S（优势，可验证）：哈希水质分析仪器有较高品牌认知，E4馆有独立展位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S（优势，可验证）： IMS产品线覆盖水质监测全参数，在E4/D08-E08展出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W（劣势，可验证）：展会上大量国内仪表厂商价格显著低于哈希（同在E4馆）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上泰仪器、天信仪表等国产价格低30-50%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W（劣势，可验证）：39家数字化跨界公司在云平台层面具有先发优势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尚云互联、盘古自动化等可提供打包方案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O（机会，可验证）：E3馆展商数据不完整，监测与检测馆存在未覆盖空间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哈希在E3-C12，展位数相对有限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T（威胁，可验证）：跨界打劫 — 江苏纽带智能(E3-G61)等提供端到端IMS方案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这些公司整合传感器+云平台，可能侵蚀哈希IMS市场份额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A6B"/>
                </a:solidFill>
              </a:defRPr>
            </a:pPr>
            <a:r>
              <a:t>90天行动建议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30天内：整理39家数字化跨界公司详细信息，建立竞争情报追踪机制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30天内：针对江苏纽带智能(E3-G61)等重点跨界公司，分析其云平台架构与IMS重叠度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评估其是否已推出与哈希IMS直接竞争的产品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60天内：与E4馆展商建立联系，区分直接竞品与潜在合作伙伴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60天内：针对E4馆182家展商完成竞品分类（直接竞品/渠道/合作）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90天内：基于展商数据，发布IMS产品线竞争力评估内部报告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90天内：与水务/环保运营商客户沟通，验证展会上观察到的价格压力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A6B"/>
                </a:solidFill>
              </a:defRPr>
            </a:pPr>
            <a:r>
              <a:t>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最大威胁不是传统仪表同行，而是39家数字化跨界公司（跨界打劫）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代表：江苏纽带智能、尚云互联、杭州易环智能、E20环境平台等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E4馆182家仪器仪表展商构成直接竞争，但多为单一参数产品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哈希优势在于全参数覆盖和品牌信任度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39家数字化公司具备云平台+端到端方案能力，可能侵蚀IMS核心市场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这是IMS产品线需要重点关注和应对的群体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E3馆（监测与检测）数据不完整，需进一步补充E3馆完整展商数据</a:t>
            </a:r>
          </a:p>
          <a:p>
            <a:pPr>
              <a:spcBef>
                <a:spcPts val="200"/>
              </a:spcBef>
              <a:defRPr sz="1600">
                <a:solidFill>
                  <a:srgbClr val="595959"/>
                </a:solidFill>
              </a:defRPr>
            </a:pPr>
            <a:r>
              <a:t>    ‒ 哈希在E3-C12，展会上可实地核实E3馆展商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>
                <a:solidFill>
                  <a:srgbClr val="1A3A6B"/>
                </a:solidFill>
              </a:defRPr>
            </a:pPr>
            <a:r>
              <a:t>• 建议行动：优先建立39家数字化跨界公司的竞争情报档案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