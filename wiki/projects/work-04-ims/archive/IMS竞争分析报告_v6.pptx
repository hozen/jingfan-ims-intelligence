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2026环博会IMS竞争分析报告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2026年4月13-15日 · 上海新国际博览中心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926080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1,987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0">
                <a:solidFill>
                  <a:srgbClr val="505050"/>
                </a:solidFill>
              </a:defRPr>
            </a:pPr>
            <a:r>
              <a:t>参展商总数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2926080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82,419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0">
                <a:solidFill>
                  <a:srgbClr val="505050"/>
                </a:solidFill>
              </a:defRPr>
            </a:pPr>
            <a:r>
              <a:t>专业观众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2926080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17万㎡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7432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0">
                <a:solidFill>
                  <a:srgbClr val="505050"/>
                </a:solidFill>
              </a:defRPr>
            </a:pPr>
            <a:r>
              <a:t>展示面积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哈希展位：E3-C12（监测与检测馆核心区）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主要竞品：威立雅(E1)、赛莱默(E1)、赛默飞(E5)、聚光(E4)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最大威胁：云平台跨界（华为云、阿里云、百度云）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机会点：智慧水务政策驱动，IMS系统需求爆发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核心竞品展位分布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E1馆</a:t>
            </a:r>
            <a:br/>
            <a:r>
              <a:t>综合环境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2743200" cy="77724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威立雅</a:t>
            </a:r>
            <a:br/>
            <a:r>
              <a:t>B02/C01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26080"/>
            <a:ext cx="2743200" cy="7772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赛莱默</a:t>
            </a:r>
            <a:br/>
            <a:r>
              <a:t>B39 / D02/E01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840480"/>
            <a:ext cx="2743200" cy="7772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哈希</a:t>
            </a:r>
            <a:br/>
            <a: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7432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E3馆</a:t>
            </a:r>
            <a:br/>
            <a:r>
              <a:t>监测与检测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2743200" cy="77724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哈希 ★</a:t>
            </a:r>
            <a:br/>
            <a:r>
              <a:t>C12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926080"/>
            <a:ext cx="27432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E+H</a:t>
            </a:r>
            <a:br/>
            <a:r>
              <a:t>待确认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840480"/>
            <a:ext cx="2743200" cy="7772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BINDER</a:t>
            </a:r>
            <a:br/>
            <a:r>
              <a:t>E02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E4馆</a:t>
            </a:r>
            <a:br/>
            <a:r>
              <a:t>过程控制/监测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2743200" cy="7772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聚光科技</a:t>
            </a:r>
            <a:br/>
            <a:r>
              <a:t>CO01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926080"/>
            <a:ext cx="2743200" cy="77724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哈希</a:t>
            </a:r>
            <a:br/>
            <a:r>
              <a:t>D08/E08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2743200" cy="7772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杰普仪器</a:t>
            </a:r>
            <a:br/>
            <a:r>
              <a:t>F91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097280"/>
            <a:ext cx="27432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E5馆</a:t>
            </a:r>
            <a:br/>
            <a:r>
              <a:t>大气治理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11680"/>
            <a:ext cx="2743200" cy="7772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赛默飞世尔</a:t>
            </a:r>
            <a:br/>
            <a:r>
              <a:t>K51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926080"/>
            <a:ext cx="2743200" cy="7772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杭州美仪</a:t>
            </a:r>
            <a:br/>
            <a:r>
              <a:t>D02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★ 哈希核心展位   ■ 绿色=已确认   ■ 蓝色=重点竞品   ■ 橙色=综合环境   ■ 红色=需关注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竞品实力分析（专家Panel）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57607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技术专家A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威立雅：水站运营+仪器联动，强在整体方案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赛莱默：泵+仪表垂直整合，IDEX合并后协同强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赛默飞：实验室分析主导，工业在线弱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聚光：国产高端，CEMS和VOC监测领先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7607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市场专家B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威立雅：E1馆主入口，展位大，品牌强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赛莱默：Xylem Evolution品牌重塑，增速快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聚光：国产替代受益， 价格竞争力强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E+H：品牌溢价高，但价格战压力大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31920"/>
            <a:ext cx="57607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渠道专家C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8912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威立雅：央企/国企关系强，市政为主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赛莱默：经销网络广，工业客户覆盖全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赛默飞：实验室渠道独霸，工业渠道弱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聚光：政府集采入围多，国产优先受益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57607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威胁评估D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38912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华为云：水利孪生+IoT，急需警惕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阿里云：环保工业互联网平台已落地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百度云：AI视觉检测，与IMS高度重叠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• ★ 结论：软件平台跨界威胁 &gt; 仪表同行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波特五力分析 — IMS监测市场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01168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供应商议价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097280"/>
            <a:ext cx="7772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0">
                <a:solidFill>
                  <a:srgbClr val="1A1A1A"/>
                </a:solidFill>
              </a:defRPr>
            </a:pPr>
            <a:r>
              <a:t>仪表芯片/传感器厂商集中度高，德州仪器等有定价权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097280"/>
            <a:ext cx="13716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48839"/>
            <a:ext cx="201168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采购商议价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148839"/>
            <a:ext cx="7772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0">
                <a:solidFill>
                  <a:srgbClr val="1A1A1A"/>
                </a:solidFill>
              </a:defRPr>
            </a:pPr>
            <a:r>
              <a:t>市政/国企客户集成能力强，单一项目议价优势明显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2148839"/>
            <a:ext cx="1371600" cy="82296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201168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新进入者威胁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200400"/>
            <a:ext cx="7772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0">
                <a:solidFill>
                  <a:srgbClr val="1A1A1A"/>
                </a:solidFill>
              </a:defRPr>
            </a:pPr>
            <a:r>
              <a:t>云平台（华为/阿里/百度）携AI+数据优势进入，威胁极大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3200400"/>
            <a:ext cx="137160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极高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51959"/>
            <a:ext cx="201168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替代品威胁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4251959"/>
            <a:ext cx="7772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0">
                <a:solidFill>
                  <a:srgbClr val="1A1A1A"/>
                </a:solidFill>
              </a:defRPr>
            </a:pPr>
            <a:r>
              <a:t>无线传感器、边缘计算可能颠覆有线IMS方案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4251959"/>
            <a:ext cx="13716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03520"/>
            <a:ext cx="201168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行业竞争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303520"/>
            <a:ext cx="7772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0">
                <a:solidFill>
                  <a:srgbClr val="1A1A1A"/>
                </a:solidFill>
              </a:defRPr>
            </a:pPr>
            <a:r>
              <a:t>E+H、ABB、西门子、聚光等同质化竞争激烈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5303520"/>
            <a:ext cx="1371600" cy="82296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哈希SWOT分析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5669280" cy="45720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 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全球水质监测领导品牌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端到端IMS方案完整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丹纳赫集团资源支持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中国20+年本地化积累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383280"/>
            <a:ext cx="566928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 劣势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31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成本高，价格竞争力弱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本地化软件/AI能力不足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经销商网络不如竞品广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IMS云平台建设滞后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66928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 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十四五智慧水务政策驱动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地表水自动站新建需求爆发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国产替代利好外资头部品牌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数据服务增值空间大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383280"/>
            <a:ext cx="5669280" cy="45720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 威胁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云厂商跨界（华为/阿里/百度）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聚光等国产高端崛起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E+H价格战压缩利润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水质监测仪表门槛降低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90天行动建议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30天</a:t>
            </a:r>
            <a:br/>
            <a:r>
              <a:t>展会后跟进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整理展会名片，72小时内发感谢邮件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筛选10+家重点意向客户深度跟进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对比竞品展会动态，形成情报简报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联系老客户确认展会新品需求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097280"/>
            <a:ext cx="3657600" cy="7315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60天</a:t>
            </a:r>
            <a:br/>
            <a:r>
              <a:t>竞品对标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完成威立雅/赛莱默/聚光产品对标表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更新IMS定价策略（应对国产竞争）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启动与华为云/阿里云合作可能性评估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拜访3家以上标杆客户验证需求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097280"/>
            <a:ext cx="3657600" cy="73152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90天</a:t>
            </a:r>
            <a:br/>
            <a:r>
              <a:t>IMS路线图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确定2026-2027 IMS产品路线图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明确云平台合作/自建决策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制定国产替代风险应对方案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• 启动数据服务商业模式探索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6B"/>
                </a:solidFill>
              </a:defRPr>
            </a:pPr>
            <a:r>
              <a:t>附：E3馆展商数据库（待补充）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548640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E3馆 监测与检测（已确认展商）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11887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E3-C12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64592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哈希 (Hach)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★ 核心竞品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377440"/>
            <a:ext cx="11887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E3-E02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37744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BINDER GMBH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德国仪器商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11887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E3-A15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10896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3M中国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10896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多元化工业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11887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E3-K01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84048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申能环境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环境综合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72000"/>
            <a:ext cx="11887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E3-D22/E25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57200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英商业贸易部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57200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海外国家馆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E4馆 过程控制/监测（重点展商）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13716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E4-CO01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64592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聚光科技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64592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国产高端监测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77440"/>
            <a:ext cx="13716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E4-D08/E08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37744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哈希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37744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双展位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08960"/>
            <a:ext cx="13716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E4-F91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10896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杰普仪器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10896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在线分析仪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13716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E4-K01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84048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河北科瑞达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84048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水质分析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572000"/>
            <a:ext cx="13716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E4-L60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57200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苏州汉星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457200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300" b="0">
                <a:solidFill>
                  <a:srgbClr val="505050"/>
                </a:solidFill>
              </a:defRPr>
            </a:pPr>
            <a:r>
              <a:t>传感器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4864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CC0000"/>
                </a:solidFill>
              </a:defRPr>
            </a:pPr>
            <a:r>
              <a:t>⚠ E3馆展商数据不完整，待补充。E+H等品牌展位信息待确认。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