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IMS竞争分析报告 V2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扩展竞争分析：仪表 + 软件平台 + 系统集成商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IMS产品战略规划专家小组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分析日期: 2026年4月18日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IMS扩展竞争全景：三层竞争威胁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第一层：仪表/传感器竞争对手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传统硬件制造商，在传感器和分析仪层面竞争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代表: E+H, ABB, Yokogawa, 聚光科技, 雪迪龙, 力合科技, 先河环保, 科瑞达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第二层：软件/平台竞争对手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工业软件和IoT平台厂商，可能取代IMS的软件层面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代表: AVEVA PI/Wonderware, Siemens MindSphere/Xcelerator, PTC ThingWorx, GE Digital, Rockwell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832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第三层：系统集成/云平台竞争对手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智慧水务整体方案商，跨界打劫者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代表: 阿里云水务大脑, 华为云环境云, 北控水务数字化, 首创环保科技, 腾讯云水务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关键洞察: IMS最大的威胁可能不是仪表同行，而是来自软件平台和云服务商的跨界打劫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第二层竞争对手：工业软件/IoT平台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13716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核心产品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优势领域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水务相关度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威胁等级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AVEVA (剑维软件)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System, Wonderware InTouch, AVEVA Operations 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工业实时数据管理和可视化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水务/污水处理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Siemens (Xcelerator)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MindSphere, WinCC, COMOS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全生命周期数字化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智慧水务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ThingWorx, Vuforia, Kepware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+ 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工业IoT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 Digital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Predix, Proficy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工业互联网平台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电力/水务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Rockwell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FTPC, FactoryTalk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+ MES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流程工业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AVEVA PI System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OSIsoft PI, Asset Framework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时序数据存储分析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电力/石化/制药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4048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System: 威胁最大 - 在水务行业已有大量案例，能采集各类仪表数据并统一展示，可能取代IMS的数据展示层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IMS应对策略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不要与这些平台在通用数据管理层面竞争，而要在水文分析+行业专用算法上建立差异化的专业价值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第三层竞争对手：云平台 + 系统集成商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云厂商水务方案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阿里云水务大脑/环境云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ET大脑+IoT+AI能力，可快速构建智慧水务平台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华为云环境云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FusionPlant工业互联网平台，水务行业解决方案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腾讯云水务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微信生态 + 企业微信，水务运营管理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0116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百度智能云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百度水务AI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AI算法优势，故障预测和诊断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水务集团数字化公司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北控水务集团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北控水务数字化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水务运营经验 + 数字化，但技术整合能力待验证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3832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首创环保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首创数字科技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环保板块整合，数字化转型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中国水务投资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智慧水务平台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507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区域水务整合，数字化升级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5212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55321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启迪环境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37360" y="5577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智慧环境平台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5879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环境综合治理方案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55321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桑德环境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5577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桑德云平台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879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固废处理 + 智慧环境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63093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博天环境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737360" y="6355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博天水务信息化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66568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工业水处理专业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43484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跨界威胁: 阿里云/华为云正在用水务大脑概念拿下智慧水务项目——他们不生产仪表，但能连接所有仪表。这是IMS最需要警惕的威胁模式。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三层竞争对手综合对比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L1: 仪表厂商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L2: 软件平台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L3: 云/系统集成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核心能力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传感器/分析仪精度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数据管理/可视化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平台整合/AI能力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对IMS的威胁点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硬件参数竞争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软件层面替代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整体方案替代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IMS的相对优势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传感器技术积累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水文分析专业性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行业Know-how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威胁时效性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即时威胁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2-3年内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3-5年后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应对策略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差异化参数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深耕专业分析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借力云平台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竞争优先级矩阵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4526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53E3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立即应对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82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聚光/FPI(价格), AVEVA PI(数据层)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560320" y="4526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D69E2E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短期关注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0" y="4782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阿里云/华为云(水务大脑)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663440" y="4526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中期关注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4782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Xcelerator, E+H FieldEdge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766560" y="4526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718096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长期关注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4782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北控/首创数字化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 深度分析 (SWOT) - 仪表层最大威胁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0" y="137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ED7D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37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环博会未参展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E+H核心产品线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代表产品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IMS对应竞争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数字传感器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Memosens系列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分析仪表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Liquiline系列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高度竞争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IIoT平台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FieldEdge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替代威胁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流量计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Promass/Promag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液位测量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Micropilot雷达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914400"/>
            <a:ext cx="210312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优势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2103120" cy="100584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280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Memosens数字传感器技术成熟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FieldEdge IIoT平台完善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传感器生态完整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全球品牌信任度高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903720" y="914400"/>
            <a:ext cx="21031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劣势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1234440"/>
            <a:ext cx="2103120" cy="1005840"/>
          </a:xfrm>
          <a:prstGeom prst="rect">
            <a:avLst/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1280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价格高 (比国产贵3-5倍)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中国本土化功能慢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系统集成能力弱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非软件原生公司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63440" y="2331720"/>
            <a:ext cx="2103120" cy="32004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机会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651760"/>
            <a:ext cx="2103120" cy="1005840"/>
          </a:xfrm>
          <a:prstGeom prst="rect">
            <a:avLst/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中国高端工业增长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订阅制模式可复制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进口品牌在高端市场受益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03720" y="2331720"/>
            <a:ext cx="210312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1" name="Text 18"/>
          <p:cNvSpPr/>
          <p:nvPr/>
        </p:nvSpPr>
        <p:spPr>
          <a:xfrm>
            <a:off x="69951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威胁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03720" y="2651760"/>
            <a:ext cx="2103120" cy="1005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ABB/Siemens软件整合更强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国产精度正在追赶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TCO概念深入人心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393192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E+H的核心威胁: 不是硬件，而是「传感器+FieldEdge软件订阅」的整体方案——买E+H传感器，送数据管理服务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IMS应对策略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与E+H避免价格战，聚焦「IMS软件平台+哈希分析传感器」的组合优势，在半导体/制药等高端行业建立差异化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 - 软件层最大威胁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 是什么?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工业实时数据 historian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全球应用最广的工业时序数据库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可连接任何厂商的仪表和控制系统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提供统一的数据展示和分析平台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在水务/电力/石化行业有大量案例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对IMS的威胁分析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数据层面替代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客户可能选择PI System统一管理所有仪表数据，IMS变成数据源之一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平台化整合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AVEVA能连接各类仪表，不依赖特定品牌，IMS被管道化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14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客户议价能力增强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客户有替代方案后，对IMS的议价能力增强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SWOT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2057400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S优势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品牌认可度高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生态完善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案例丰富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3474720"/>
            <a:ext cx="2057400" cy="2743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W劣势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价格昂贵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非行业专用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部署复杂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2057400" cy="2743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O机会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数字化转型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数据上云需求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标准制定者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3474720"/>
            <a:ext cx="2057400" cy="2743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T威胁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开源替代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云原生平台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国产化要求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IMS应对策略: 不要与AVEVA PI在通用数据管理层面竞争，要在「IMS专属的水质分析算法+预警模型」上建立不可替代的专业价值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 &amp; 华为云 - 跨界打劫者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 - 水务大脑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ET大脑 - 城市/环境解决方案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阿里云IoT平台 - 设备连接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DataV - 数据可视化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 - 机器学习平台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钉钉 - 协同办公集成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威胁: 极高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模式: 不做仪表，但能连接所有仪表，用平台和AI能力拿走智慧水务项目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0F9FF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华为云 - 环境云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FusionPlant - 工业互联网平台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Huawei Cloud IoT - 设备接入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ROMA - 应用集成平台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ModelArts - AI开发平台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WeLink - 企业协同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威胁: 极高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模式: ict基础设施+行业解决方案，与水务集团/政府合作，拿下智慧水务项目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云厂商 vs IMS: 不同的价值主张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06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阿里云/华为云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核心价值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通用平台 + AI能力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水文分析 + 专业算法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数据来源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连接所有仪表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专注于哈希传感器数据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客户关系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ict基础设施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工艺/运营层面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IMS的机会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与云厂商合作，而非竞争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成为云平台的专业数据供应商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IMS战略行动方案 - 三层防御体系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防御第一层: 硬件差异化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仪表厂商 (E+H, FPI)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深耕哈希传感器技术优势 (精度/稳定性)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开发专属IMS的水质分析算法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针对高端工业客户(半导体/制药)定制方案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建立哈希在特定参数上的技术壁垒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立即开始，持续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317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防御第二层: 软件护城河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软件平台 (AVEVA PI, Siemens)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开发IMS专属的行业分析模块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建立「IMS数据+专业算法」的不可替代性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与AVEVA等平台合作而非竞争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突出IMS在水质预警/异常检测的专业性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90天内启动软件平台选型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57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防御第三层: 生态位占领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云厂商 (阿里云/华为云)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将IMS定位为云平台的「专业水质数据供应商」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开发IMS与主流云平台的接口/集成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建立「哈希云+IMS」联合方案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在智慧水务项目中找到IMS的专属位置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6个月内完成云集成方案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专家小组核心结论 V2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IMS面临三层竞争威胁，仪表只是第一层，软件平台和云厂商是更危险的跨界打劫者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System是软件层最大威胁，IMS必须建立「水文分析专业算法」的不可替代价值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阿里云/华为云用平台思维做水务，IMS应借力而非硬抗，成为其专业数据供应商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90天内必须完成软件平台选型，否则在「数据管理层面」被替代的风险将变成现实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IMS战略规划专家小组 V2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2026环博会竞争分析报告v2</dc:title>
  <dc:subject>PptxGenJS Presentation</dc:subject>
  <dc:creator>IMS竞争分析专家小组</dc:creator>
  <cp:lastModifiedBy>IMS竞争分析专家小组</cp:lastModifiedBy>
  <cp:revision>1</cp:revision>
  <dcterms:created xsi:type="dcterms:W3CDTF">2026-04-18T06:12:44Z</dcterms:created>
  <dcterms:modified xsi:type="dcterms:W3CDTF">2026-04-18T06:12:44Z</dcterms:modified>
</cp:coreProperties>
</file>