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IMS竞争分析报告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2026环博会现场实证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基于实测展商数据 × 专家小组研判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254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哈希公司 IMS产品线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已确认参展数据（实测）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数据来源: 展商名单图片 + 用户现场确认 | 截至2026年4月18日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哈希 Hach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E1565 / E1625 / E1636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过程仪表技术（上海）有限公司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水质监测 + 实验室仪器 + 试剂耗材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E+H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E1612 / E1632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恩德斯豪斯（中国）自动化有限公司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过程仪表 + 物位 + 流量 + 分析仪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威立雅 Veolia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展位号待确认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威立雅（中国）环境服务有限公司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综合环境治理 + 水务运营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关键洞察: E+H与哈希在E1馆直接对标，展位相邻。威立雅定位综合环境服务，与哈希IMS存在合作关系大于竞争。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CE4D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数据缺口: E3/E4馆（环境监测/过程控制）展商图片无法OCR识别，需用户补充5-10家实际观察到的展商名称，方可构建完整竞争矩阵。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专家小组研判: 竞争格局定位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IMS市场竞争定位矩阵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 rot="16200000">
            <a:off x="914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技术深度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4572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市场覆盖广度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高端专业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平台整合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利基细分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规模竞争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1828800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2286000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2743200"/>
            <a:ext cx="457200" cy="4572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威立雅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战略分析专家观点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竞争层级（已确认）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哈希 vs E+H: 直接对标，技术路线相似（在线水质监测+过程控制）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威立雅: 水务运营背景，采购决策人角色，非直接技术竞争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市场威胁分层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L1威胁: E+H（技术同质化）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L2威胁: 软件平台跨界（AVEVA PI, Siemens）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L3威胁: 云厂商（阿里云、华为云）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数据缺口限制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E3/E4馆展商数据缺失，无法评估国内厂商真实竞争压力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哈希IMS - SWOT战略分析（基于实测数据）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优势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哈希品牌在水务行业的高认知度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三个展位曝光（E1565/E1625/E1636），视觉覆盖大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实验室+在线双线产品组合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Veolia关系网络（合作&gt;竞争）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CE4D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劣势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与E+H同馆，价格竞争压力大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国内厂商价格冲击（成本优势）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软件平台整合能力弱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数据缺口导致战略盲区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DEEB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机会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双碳政策驱动智能监测需求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云边协同架构升级窗口期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与Veolia等运营商战略合作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国产化替代政策加持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威胁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E+H直接竞争（同馆，相邻展位）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软件平台跨界打劫（AVEVA/Siemens）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云厂商低价策略（阿里/华为/腾讯）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国内厂商性价比竞争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行动建议（90天作战路径）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CE4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30天内 - 数据补全与客户跟进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补充E3/E4展商名单（用户提供5-10家实际观察）→ 构建完整竞争矩阵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展会客户线索清洗→ 销售团队24小时触达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E+H同馆竞品话术准备→ 差异化对比文档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60天内 - 竞争策略深化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完成E3/E4展商深度调研→ 竞品产品/价格/策略分析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与Veolia等运营商建立IMS联合推广合作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软件平台合作方案（AVEVA PI/华为云）→ 集成落地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90天内 - 战略成果转化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展会社群沉淀→ 微信社群/LinkedIn运营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IMS白皮书发布→ 行业影响力构建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下届展会预订→ 锁定核心展位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当前数据缺口 &amp; 所需支持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CE4D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关键数据缺口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E3/E4馆展商名单（图片OCR识别失败）。展商名单图片无法通过AI自动识别，需要人工输入或现场拍摄的真实展商数据。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请您补充以下信息（任意选择）：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E3馆展商名称（3-5家即可）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E4馆展商名称（3-5家即可）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展会现场拍摄的名片/资料照片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您记得的任何展商名称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收到您的补充数据后 → 立即生成完整竞争分析PPT（含E3/E4展商矩阵）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IMS竞争分析报告 - 2026环博会实测数据</dc:title>
  <dc:subject>PptxGenJS Presentation</dc:subject>
  <dc:creator>Hach IMS战略规划团队</dc:creator>
  <cp:lastModifiedBy>Hach IMS战略规划团队</cp:lastModifiedBy>
  <cp:revision>1</cp:revision>
  <dcterms:created xsi:type="dcterms:W3CDTF">2026-04-18T07:37:09Z</dcterms:created>
  <dcterms:modified xsi:type="dcterms:W3CDTF">2026-04-18T07:37:09Z</dcterms:modified>
</cp:coreProperties>
</file>