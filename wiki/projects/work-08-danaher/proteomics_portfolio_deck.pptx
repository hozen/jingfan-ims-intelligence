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hr_mosaic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D4D4D"/>
                </a:solidFill>
              </a:defRPr>
            </a:pPr>
            <a:r>
              <a:t>1. Danaher子公司Mosaic Plot（规模/增速）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hr_product_mekk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D4D4D"/>
                </a:solidFill>
              </a:defRPr>
            </a:pPr>
            <a:r>
              <a:t>2. Danaher产品线Mekko图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hr_nested_mekk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D4D4D"/>
                </a:solidFill>
              </a:defRPr>
            </a:pPr>
            <a:r>
              <a:t>3. 嵌套Mekko图（耗材/服务内嵌子mekko）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hr_proteomics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D4D4D"/>
                </a:solidFill>
              </a:defRPr>
            </a:pPr>
            <a:r>
              <a:t>4. 蛋白组学工作流布局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hr_proteomics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D4D4D"/>
                </a:solidFill>
              </a:defRPr>
            </a:pPr>
            <a:r>
              <a:t>5. 蛋白组学战略分析（行业趋势+竞争+财务）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