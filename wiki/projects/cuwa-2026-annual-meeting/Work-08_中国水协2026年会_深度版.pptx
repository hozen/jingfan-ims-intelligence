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4D4D4D"/>
                </a:solidFill>
                <a:latin typeface="Microsoft YaHei"/>
              </a:rPr>
              <a:t>中国水协2026年会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D4D4D"/>
                </a:solidFill>
                <a:latin typeface="Microsoft YaHei"/>
              </a:rPr>
              <a:t>深度市场研究报告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99999"/>
                </a:solidFill>
                <a:latin typeface="Microsoft YaHei"/>
              </a:rPr>
              <a:t>2026年4月15-19日 · 深圳国际会展中心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Microsoft YaHei"/>
              </a:rPr>
              <a:t>⚠ 本报告数据来源为网络搜索及媒体报道汇总，未经实地验证。展商信息来自厂商通稿或媒体报道摘要，存在信息不完整或偏差风险。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数据来源：网络搜索（4月21-22日）+ 媒体报道汇总 | 截至2026年4月22日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Hach中国IMS产品线 · 类比环博会报告框架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执行摘要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① 「十五五」开局定调：数字化 / 改革价格机制 / 培育龙头企业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733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② AI+水务从概念进入落地：深圳「深水云脑2.0」99%数字化覆盖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122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③ 仪表竞争格局质变：国内厂商「AI+传感+平台」全链条方案全面亮相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5117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④ Hach机会在于数据层：AI大模型依赖高质量传感器数据（仪表精度=壁垒）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00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⑤ 深圳样板全国推广信号：住建部明确广东「为全国提供示范」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D4D4D"/>
                </a:solidFill>
                <a:latin typeface="Microsoft YaHei"/>
              </a:rPr>
              <a:t>⑥ 《供水条例》2026年6月1日施行 — 合规窗口期开启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679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00000"/>
                </a:solidFill>
                <a:latin typeface="Microsoft YaHei"/>
              </a:rPr>
              <a:t>⚠ 数据说明：展商/演讲信息来源于媒体报道和厂商通稿，无法完全核实准确性。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政策背景：「十五五」水务定调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来源：综合大会发言（人民网/中新网报道整理）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住建部2026年四项重点工作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0078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① 供水安全 — 贯彻新修订《供水条例》，筑牢供水安全防线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3911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② 排水防涝 — 统筹硬软件建设，加快北方地区补齐短板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77440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③ 污水治理 — 推进管网改造和再生水利用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1576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④ 行业支撑 — 完善法规标准，推动智慧化升级和人才培养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EB5"/>
                </a:solidFill>
                <a:latin typeface="Microsoft YaHei"/>
              </a:rPr>
              <a:t>章林伟（中国水协会长）三大战略方向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584448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① 数字化赋能 — 推动AI与供排水全场景深度融合；搭建水务AI数据库；加快老旧设施改造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922776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② 价格机制改革 — 推动自来水价格听证制度改革；污水处理费收费机制转型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61104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D4D4D"/>
                </a:solidFill>
                <a:latin typeface="Microsoft YaHei"/>
              </a:rPr>
              <a:t>③ 培育龙头企业 — 以国家统一大市场政策为导向，探索产业整合，提升产业集中度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365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关键节点：《城镇供水条例》2026年6月1日正式施行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755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Microsoft YaHei"/>
              </a:rPr>
              <a:t>⚠ 注：以上政策内容根据人民网、中新网等媒体报道整理，原始发言未经逐字核实。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AI+水务：从概念到落地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来源：媒体报道 · 龚利民/任南琪演讲摘要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EB5"/>
                </a:solidFill>
                <a:latin typeface="Microsoft YaHei"/>
              </a:rPr>
              <a:t>超99%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数字化覆盖率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EB5"/>
                </a:solidFill>
                <a:latin typeface="Microsoft YaHe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运维效率提升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EB5"/>
                </a:solidFill>
                <a:latin typeface="Microsoft YaHei"/>
              </a:rPr>
              <a:t>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客户满意率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1430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7EB5"/>
                </a:solidFill>
                <a:latin typeface="Microsoft YaHei"/>
              </a:rPr>
              <a:t>5%以下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管网漏损率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深水云脑2.0（龚利民/深圳环水集团）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42316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超99%数字化覆盖率 | 已建成管网数字孪生系统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74320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近零碳水厂/全地下水质净化厂 | 智能装备出口海外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0632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布局开源鸿蒙生态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任南琪（哈工大）数字孪生技术架构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4048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「天-空-地-水」一体化数据感知体系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16052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数字孪生→多模态水质融合→AI图像识别原生动物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48056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三大制约：源代码/平台框架/仪器仪表 — 亟需国产化替代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AI落地现状评估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25780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深圳深水云脑2.0 ✅ 已落地 | 数字孪生 ✅ 已落地（深圳/重庆/咸宁）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5778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AI图像识别（原生动物诊断）🔶 试点 | 人形机器人 🔶 展示为主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80760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Microsoft YaHei"/>
              </a:rPr>
              <a:t>⚠ 本页数据来源为媒体报道摘要，原始PPT/录音未获取，部分数据无法完全核实。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技术亮点：AOA工艺 / 管网智能检测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⚠ 技术信息来自媒体报道/厂商通稿，未获取原始技术文档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AOA污水处理新技术（彭永臻/北京工业大学/中国工程院院士）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68249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核心技术优势：中低温污水深度脱氮（14.3°C低温下总氮&lt;3.8mg/L）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1168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对比传统AAO：省曝气能耗 | 减污泥量 | 降N₂O碳排放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4086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已有试点工程：北京高碑店/定福庄、合肥王小郢、天津张贵庄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70048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好氧区曝气控制是减小N₂O排放的关键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9923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7EB5"/>
                </a:solidFill>
                <a:latin typeface="Microsoft YaHei"/>
              </a:rPr>
              <a:t>• Hach关联：深度脱氮对在线氨氮/溶解氧/总氮监测精度要求更高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655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管网智能检测（博铭维技术）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867912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多场景管网检测机器人 | 管网鸿蒙系统监测模块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19709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「机器人+AI」水质检测（深圳环水「环水智检」）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2628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全自动水质检测实验室 — 替代人工检测趋势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2624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Microsoft YaHei"/>
              </a:rPr>
              <a:t>⚠ 以上技术信息来自媒体报道/厂商通稿，未获取原始技术文档或现场演讲录音核实。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参展商观察：全链条化 / 可信度说明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00000"/>
                </a:solidFill>
                <a:latin typeface="Microsoft YaHei"/>
              </a:rPr>
              <a:t>⚠ 展商信息来自厂商通稿/媒体报道，无法现场核实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180余家参展 | 5万平米 | 展会主题：精细化 / 智能化 / 绿色化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Microsoft YaHei"/>
              </a:rPr>
              <a:t>宁水集团    AI摄像水表+超声波+电磁水表·管网全链方案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653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🔴 高威胁    来源：厂商通稿(04-18)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6C09"/>
                </a:solidFill>
                <a:latin typeface="Microsoft YaHei"/>
              </a:rPr>
              <a:t>万朗集团    AI+智慧水务整体方案·二供AI大脑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5054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🟠 中高威胁    来源：厂商通稿(04-14)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46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36C09"/>
                </a:solidFill>
                <a:latin typeface="Microsoft YaHei"/>
              </a:rPr>
              <a:t>威铭能源    智慧水务全场景（威胜信息旗下）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455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🟠 中威胁    来源：厂商通稿(04-16)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汉威科技    水务传感解决方案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78561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🟡 中威胁    来源：厂商通稿(04-18)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开发科技    水计量自主知识产权·住宅/商业智能水表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42569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🟢 低威胁    来源：厂商通稿(04-16)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博铭维技术    管网检测机器人+鸿蒙监测模块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0657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🟢 低威胁    来源：媒体报道(04-18)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舜禹股份    智慧水务全链条（水源→用户→再生水）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70585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🟡 中威胁    来源：媒体报道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D4D4D"/>
                </a:solidFill>
                <a:latin typeface="Microsoft YaHei"/>
              </a:rPr>
              <a:t>三川智慧    超声波/电磁水表·对接华为云IoT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634593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  🟡 中威胁    来源：？来源不明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766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可信度：🔵官方确认 | 🟢厂商通稿 | ⚠媒体报道 | ？无法确认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7086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Microsoft YaHei"/>
              </a:rPr>
              <a:t>⚠ 无法核实：展台规模、人流量、客户反馈、产品实际性能。竞争威胁等级仅为基于报道的初步判断。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Hach机会矩阵：威胁与机会并存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Microsoft YaHei"/>
              </a:rPr>
              <a:t>IMS视角判断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Microsoft YaHei"/>
              </a:rPr>
              <a:t>🔴 竞争威胁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50"/>
                </a:solidFill>
                <a:latin typeface="Microsoft YaHei"/>
              </a:rPr>
              <a:t>🟢 Hach机会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宁水AI摄像水表：直接替代传统机械表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AI大模型依赖高精度传感器数据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3852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威铭/万朗/舜禹全链条：SCADA平台替代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38528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AOA等新工艺对在线仪表要求更高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768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鸿蒙生态锁定：无接入能力面临出局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76856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老旧设施改造：仪表更新换代需求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国产价格竞争：中小水务优先性价比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1518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• 深圳样板全国推广：配套采购释放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EB5"/>
                </a:solidFill>
                <a:latin typeface="Microsoft YaHei"/>
              </a:rPr>
              <a:t>核心判断：AI时代，Hach仪表的价值不是「替代人」，而是「喂给AI的数据源头」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11296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Microsoft YaHei"/>
              </a:rPr>
              <a:t>深圳信号：住建部明确广东「为全国提供示范」；深圳环水已布局开源鸿蒙生态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58768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00000"/>
                </a:solidFill>
                <a:latin typeface="Microsoft YaHei"/>
              </a:rPr>
              <a:t>⚠ 竞争威胁评估基于媒体报道，无法现场核实展台规模和客户反馈强度。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7EB5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D4D4D"/>
                </a:solidFill>
                <a:latin typeface="Microsoft YaHei"/>
              </a:rPr>
              <a:t>数据来源与研究说明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  <a:latin typeface="Microsoft YaHei"/>
              </a:rPr>
              <a:t>⚠ 数据可信度说明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6093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① 展商名单/参展内容：来自厂商通稿或媒体报道，未实地核实，存在偏差风险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9476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② 演讲内容：来自媒体报道摘要，未获取原始PPT或录音，可能断章取义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286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③ 竞争态势：无现场感受（人流/展台大小/客户反馈），无法评估真实影响力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24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D4D4D"/>
                </a:solidFill>
                <a:latin typeface="Microsoft YaHei"/>
              </a:rPr>
              <a:t>④ 建议：与环博会现场验证数据交叉对比使用，优先采信官方确认信息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98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D4D4D"/>
                </a:solidFill>
                <a:latin typeface="Microsoft YaHei"/>
              </a:rPr>
              <a:t>数据来源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8386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人民网深圳4月19日电（刘森君）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74904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中新网广州4月19日电（记者 王坚）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401421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百度百科 — 中国水协2026年会条目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793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南方+新闻（2026-04-17）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54456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深圳政府在线 — 新闻发布会（2026-04-14）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097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水业圈公众号（cuwa_org_cn）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7492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宁水集团参展信息（2026-04-18）— 厂商通稿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34009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汉威科技参展信息（2026-04-18）— 厂商通稿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560527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威铭能源参展信息（2026-04-16）— 厂商通稿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587044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开发科技参展信息（2026-04-16）— 厂商通稿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13562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万朗集团参展信息（2026-04-14）— 厂商通稿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64008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央视网 — 深圳南山水厂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66659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住建部城市建设司 — 综合大会发言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7022592"/>
            <a:ext cx="10972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数据截至2026年4月22日 | 结论仅供参考，不构成投资建议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