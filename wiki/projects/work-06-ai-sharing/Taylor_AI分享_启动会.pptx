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在使用中学习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  <a:latin typeface="Microsoft YaHei"/>
              </a:rPr>
              <a:t>三个月实践 / 真实案例 / 诚实的踩坑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</a:rPr>
              <a:t>Taylor | Hach China iMS业务负责人 &amp; China AI技术联系人 |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60720"/>
            <a:ext cx="2377440" cy="411480"/>
          </a:xfrm>
          <a:prstGeom prst="rect">
            <a:avLst/>
          </a:prstGeom>
          <a:solidFill>
            <a:srgbClr val="2D3E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开场打破认知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5760720"/>
            <a:ext cx="2377440" cy="411480"/>
          </a:xfrm>
          <a:prstGeom prst="rect">
            <a:avLst/>
          </a:prstGeom>
          <a:solidFill>
            <a:srgbClr val="2D3E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5760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四个业务场景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760720"/>
            <a:ext cx="2377440" cy="411480"/>
          </a:xfrm>
          <a:prstGeom prst="rect">
            <a:avLst/>
          </a:prstGeom>
          <a:solidFill>
            <a:srgbClr val="2D3E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5760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诚实的部分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5760720"/>
            <a:ext cx="2377440" cy="411480"/>
          </a:xfrm>
          <a:prstGeom prst="rect">
            <a:avLst/>
          </a:prstGeom>
          <a:solidFill>
            <a:srgbClr val="2D3E5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576072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Microsoft YaHei"/>
              </a:rPr>
              <a:t>附录学习资源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打破认知：过年三天，做出一个App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3931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</a:rPr>
              <a:t>真实故事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  * 春节放假在家, Claude Code刚上线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  * 目标: 把多年培训视频和资料做成一个App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  * 结果: 类YouTube界面 + 文档 + 记忆卡片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  * 两三天上线, 同事直呼不可思议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486400" cy="393192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</a:rPr>
              <a:t>传统原生开发 vs AI辅助开发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传统原生开发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</a:rPr>
              <a:t>AI辅助开发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328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Microsoft YaHei"/>
              </a:rPr>
              <a:t>专人开发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5328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9488"/>
                </a:solidFill>
                <a:latin typeface="Microsoft YaHei"/>
              </a:rPr>
              <a:t>非专业人员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083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Microsoft YaHei"/>
              </a:rPr>
              <a:t>6-12个月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0083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9488"/>
                </a:solidFill>
                <a:latin typeface="Microsoft YaHei"/>
              </a:rPr>
              <a:t>2-3天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838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Microsoft YaHei"/>
              </a:rPr>
              <a:t>成本极高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4838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9488"/>
                </a:solidFill>
                <a:latin typeface="Microsoft YaHei"/>
              </a:rPr>
              <a:t>零额外成本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011680"/>
            <a:ext cx="36576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AI不只是辅助写作, 它让不可能变得可能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竞品情报收集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icrosoft YaHei"/>
              </a:rPr>
              <a:t>适用部门: 市场 / 服务 / 销售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Microsoft YaHei"/>
              </a:rPr>
              <a:t>环博会 2026 (上海浦东)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1. 录音笔录制讲座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2. AI自动转文字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3. AI搜索整理信息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570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4. 生成竞品分析PPT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Microsoft YaHei"/>
              </a:rPr>
              <a:t>覆盖100+参展企业, 包含技术趋势分析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Microsoft YaHei"/>
              </a:rPr>
              <a:t>水协2026年会 (远程跟踪)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1. 设置定时爬取任务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91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2. 每6小时自动运行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3. 整理最新发布信息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570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4. 邮件推送到本人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Microsoft YaHei"/>
              </a:rPr>
              <a:t>即使不在现场, 也能接近身临其境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AI是信息密度的放大器, 不是替代判断的工具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文档工作流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icrosoft YaHei"/>
              </a:rPr>
              <a:t>适用部门: 市场 / 财务 / 法务 / 所有人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37744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Microsoft YaHei"/>
              </a:rPr>
              <a:t>步骤1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起草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Microsoft YaHei"/>
              </a:rPr>
              <a:t>人写模板
和思路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9488"/>
                </a:solidFill>
                <a:latin typeface="Microsoft YaHei"/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237744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步骤2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</a:rPr>
              <a:t>AI按模板
填充初稿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9488"/>
                </a:solidFill>
                <a:latin typeface="Microsoft YaHei"/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237744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步骤3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</a:rPr>
              <a:t>人工Review
修正细节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9488"/>
                </a:solidFill>
                <a:latin typeface="Microsoft YaHe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91640"/>
            <a:ext cx="237744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Microsoft YaHei"/>
              </a:rPr>
              <a:t>步骤4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14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Microsoft YaHei"/>
              </a:rPr>
              <a:t>文档完成
直接生成PPT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11247120" cy="12344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icrosoft YaHei"/>
              </a:rPr>
              <a:t>真实案例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86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产品经理陈涛: 以往写一份授权文档需要数天反复修改; 现在思路清晰时, 半天到一个晚上完成文档, 再直接生成PPT, 两三次确认即可发给客户。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人定方向, AI填内容 - 这个分工适用于所有部门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自主Agent与质量管控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icrosoft YaHei"/>
              </a:rPr>
              <a:t>适用部门: IT / 法务 - 了解AI如何被管理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Microsoft YaHei"/>
              </a:rPr>
              <a:t>Agent工作方式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* 每4小时自动运行一次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* 覆盖线索扫描 + 竞品监控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* 串行执行, 一次只做一件事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* 仅推送到dev分支, 经审核才合并主线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* 每次运行留下审计日志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Microsoft YaHei"/>
              </a:rPr>
              <a:t>质量门控机制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+ 数据完整性审计: 17个问题识别并修复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+ 置信度强制标注: 高 / 中 / 低 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+ 信息源类型标注: 官方 / 媒体 / 推断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+ 人工审核节点: Taylor每轮审核确认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AI系统不是黑箱 - 可以被设计、被审计、被管理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658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数据分析与预测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icrosoft YaHei"/>
              </a:rPr>
              <a:t>案例: 居家桥水厂 / 传感器数据分析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943600" cy="4114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1. 分析6个月传感器数据, 发现5个人工看不见的异常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2. 核心发现: FreeNH4可提前3-7天预警试剂瓶故障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3. 两次历史故障均成功回测, 150天无误报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4. 检测规则自动激活, 无需客户手动配置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645920"/>
            <a:ext cx="4937760" cy="18288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提前预警周期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57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3-7天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8E5"/>
                </a:solidFill>
                <a:latin typeface="Microsoft YaHei"/>
              </a:rPr>
              <a:t>居家桥水厂实测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703320"/>
            <a:ext cx="4937760" cy="182880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Microsoft YaHei"/>
              </a:rPr>
              <a:t>150天内误报次数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114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YaHei"/>
              </a:rPr>
              <a:t>FreeNH4传感器规则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AI发现人看不见的规律, 但验证和决策仍由人完成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91440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诚实的部分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我踩过的坑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77840" cy="41148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Microsoft YaHei"/>
              </a:rPr>
              <a:t>踩坑案例: 客户联系人数据收集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1. AI返回了一批联系人数据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2. 要求说明来源 -&gt; 称来自搜索引擎缓存页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3. 去验证 -&gt; 找不到缓存页面入口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11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YaHei"/>
              </a:rPr>
              <a:t>4. 数据真实性无法确认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212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530C"/>
                </a:solidFill>
                <a:latin typeface="Microsoft YaHei"/>
              </a:rPr>
              <a:t>结论: AI幻觉在数据领域真实存在, 不能盲目信任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Microsoft YaHei"/>
              </a:rPr>
              <a:t>我的工作原则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+ 只用公开数据与外部AI交互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15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+ 内部文件 / 客户数据绝不上传外部AI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912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+ AI负责初稿, 人负责验证和决策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66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YaHei"/>
              </a:rPr>
              <a:t>+ 结果由使用者本人负责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  <a:latin typeface="Microsoft YaHei"/>
              </a:rPr>
              <a:t>AI幻觉是真实存在的 - 人的判断永远不能被绕过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42416" cy="2926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42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给法务的结论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今天所有案例的共同底线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今天分享的所有案例, 使用的都是互联网公开数据和本人的判断。没有任何内部文件或客户数据上传给外部AI工具。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611880" cy="17373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icrosoft YaHei"/>
              </a:rPr>
              <a:t>底线工具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微软工具是安全底线: 公司已批准, 先把它用好;功能比本土产品弱, 但培训后完全够用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697480"/>
            <a:ext cx="3611880" cy="17373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8346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icrosoft YaHei"/>
              </a:rPr>
              <a:t>用法规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15468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公开数据 + 个人判断 = 可接受;内部文件 + 外部AI = 红线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2697480"/>
            <a:ext cx="3611880" cy="17373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8346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icrosoft YaHei"/>
              </a:rPr>
              <a:t>对外发布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15468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AI生成内容对外发布需确认版权归属和准确性;不能直接以公司名义发布未经审核的内容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1247120" cy="15544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20" y="4663440"/>
            <a:ext cx="12801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4663440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外部案例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Microsoft YaHei"/>
              </a:rPr>
              <a:t>行业参考: Anthropic法务团队的实践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来源: Mark Pike, Anthropic Associate General Counsel (公开视频, 非Taylor案例, 非Hach内部实践)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* 营销材料合规审查: 周期从数天缩短到数小时    * AI做风险分级, 律师只复核高风险    * 人永远在审核链里, AI是过滤器, 不是决策者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AI时代, 人的竞争力在哪里?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94960" cy="40233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Microsoft YaHei"/>
              </a:rPr>
              <a:t>不能只说乐观的那面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* AI创造新工作, 但转型有时间成本 - 历史上以十年计, 现在以月计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* 这次最先冲击的不是蓝领, 是文字、分析、初级文件处理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09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* 提升AI能力对有些人是真实可行的, 对有些人代价很高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真正的竞争力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判断力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5"/>
                </a:solidFill>
                <a:latin typeface="Microsoft YaHei"/>
              </a:rPr>
              <a:t>知道AI什么时候是对的, 什么时候在胡说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提问力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64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5"/>
                </a:solidFill>
                <a:latin typeface="Microsoft YaHei"/>
              </a:rPr>
              <a:t>能把复杂问题拆解清楚, 告诉AI去做什么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02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行业积累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22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5"/>
                </a:solidFill>
                <a:latin typeface="Microsoft YaHei"/>
              </a:rPr>
              <a:t>这两种能力, 有丰富经验的人天然更强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112471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D9488"/>
                </a:solidFill>
                <a:latin typeface="Microsoft YaHei"/>
              </a:rPr>
              <a:t>工具在变, 判断力和提问力是你自己的 - 而这两样东西, 恰恰需要真实的行业经验才能建立。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303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B4A"/>
                </a:solidFill>
                <a:latin typeface="Microsoft YaHei"/>
              </a:rPr>
              <a:t>推荐学习资源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11880" cy="3566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Microsoft YaHei"/>
              </a:rPr>
              <a:t>4D AI Fluency框架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Claude.ai官方课程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3337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Delegation(委派) / Description(描述) /
Discernment(辨别) / Diligence(尽责)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Microsoft YaHei"/>
              </a:rPr>
              <a:t>AI工作流的结果由使用者本人负责, 不是AI, 不是工具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611880" cy="3566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91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Microsoft YaHei"/>
              </a:rPr>
              <a:t>Andrew Ng AI课程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574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DeepLearning.AI / Coursera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37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4688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AI Agent原理与设计、LLM应用开发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8862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Microsoft YaHei"/>
              </a:rPr>
              <a:t>免费+付费课程均有, 系统性学习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554480"/>
            <a:ext cx="3611880" cy="3566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6916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Microsoft YaHei"/>
              </a:rPr>
              <a:t>Andrej Karpathy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0574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YouTube / GitHub / Blog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2377440"/>
            <a:ext cx="3337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6888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YaHei"/>
              </a:rPr>
              <a:t>Vibe Coding / LLM Wiki / 2025年度回顾(必读)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8862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Microsoft YaHei"/>
              </a:rPr>
              <a:t>2025年出现的东西好好串联, 可以强大10倍 (1400万次浏览)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11247120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B4A"/>
                </a:solidFill>
                <a:latin typeface="Microsoft YaHei"/>
              </a:rPr>
              <a:t>AI变化太快, 唯一有效的学习方式是在使用中学习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icrosoft YaHei"/>
              </a:rPr>
              <a:t>工具每天都在变
判断力和提问力
才是你自己的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488"/>
                </a:solidFill>
                <a:latin typeface="Microsoft YaHei"/>
              </a:rPr>
              <a:t>-- Andrej Karpathy, 2025年12月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