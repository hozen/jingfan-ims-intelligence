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4D4D4D"/>
                </a:solidFill>
                <a:latin typeface="Microsoft YaHei"/>
              </a:rPr>
              <a:t>中国城镇供水排水协会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EB5"/>
                </a:solidFill>
                <a:latin typeface="Microsoft YaHei"/>
              </a:rPr>
              <a:t>2026年年会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999999"/>
                </a:solidFill>
                <a:latin typeface="Microsoft YaHei"/>
              </a:rPr>
              <a:t>市场情报速览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430000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数据来源：百度百科、中国新闻网、深圳政府在线、南方新闻网  |  2026-04-22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320040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深圳国际会展中心（宝安新馆）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Hach中国IMS产品线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年会基础信息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80467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0972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中国城镇供水排水协会2026年年会（简称中国水协2026年会）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1952"/>
            <a:ext cx="11274552" cy="8046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01952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93392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2026年4月15日-19日（共5天）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98064"/>
            <a:ext cx="11274552" cy="80467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98064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950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地点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89504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深圳国际会展中心（宝安新馆），主会场17号馆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94176"/>
            <a:ext cx="11274552" cy="8046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94176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85615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785615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近万名代表，300余位专家，180余家参展企业，5万平米展示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90288"/>
            <a:ext cx="11274552" cy="80467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590288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81727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指导单位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681727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住房和城乡建设部城市建设司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74552" cy="8046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主办单位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5778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中国城镇供水排水协会、广东省城镇供水协会、深圳市环境水务集团等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六大核心议题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规划落实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0972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聚焦十五五规划贯彻落实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92808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92808"/>
            <a:ext cx="11274552" cy="5486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条例实施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299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《供水条例》立法本意与实施路径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25496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25496"/>
            <a:ext cx="11274552" cy="54864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6265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人工智能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多模态AI智能体、水务大模型、人工智能+全业务链融合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58184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58184"/>
            <a:ext cx="11274552" cy="5486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9534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系统治理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895344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厂-网-河一体化城镇水污染防控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90872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90872"/>
            <a:ext cx="11274552" cy="54864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280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韧性城市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828032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内涝防治体系（智能感知+精准预警+科学处置）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23559"/>
            <a:ext cx="11274552" cy="8412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623559"/>
            <a:ext cx="11274552" cy="5486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760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价格机制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76072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科学定价保障行业可持续发展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年会日程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4月14日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1430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新闻发布会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4月15日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574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会长办公会、省级地方水协会长工作会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4月16日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718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第三届十七次常务理事会、第三届十八次理事会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4月17日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862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综合大会（上午）、技术交流与圆桌对话会（下午）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4月18日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006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技术交流与圆桌对话会（全天）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164592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60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4月19日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7150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深圳市典型水务项目参观考察（智慧水厂、全地下水质净化厂等）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关键信息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7772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深圳环境水务集团开放11条专业参观线路，提供深圳样板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274552" cy="777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年会同期举办城镇水务技术与产品展示，5万平米，180余家水务材料设备企业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1274552" cy="7772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2026年是十五五规划开局之年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79"/>
            <a:ext cx="11274552" cy="777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11879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现场有自助签到制证机、人形机器人、AI打卡装置等智慧化服务设施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11274552" cy="7772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华为公共事业军团参与，展示水务鸿蒙化解决方案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11274552" cy="777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34924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AI议题贯穿全场：水务大模型、多模态AI智能体、人工智能+全业务链融合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AI议题：从概念到落地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Hach IMS视角关联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1143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水务大模型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深圳水务深水云脑2.0已落地，五指耙水厂实证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463040"/>
            <a:ext cx="5971032" cy="960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6459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EB5"/>
                </a:solidFill>
                <a:latin typeface="Microsoft YaHei"/>
              </a:rPr>
              <a:t>AI分析平台是IMS数据变现的出口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74552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4864" cy="1143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多模态AI智能体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华为展示水务场景多模态推理能力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743200"/>
            <a:ext cx="5971032" cy="960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926079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EB5"/>
                </a:solidFill>
                <a:latin typeface="Microsoft YaHei"/>
              </a:rPr>
              <a:t>IMS提供多参数仪表数据是AI训练的基础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74552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4864" cy="1143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人工智能+全业务链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水协推动AI与运营/维护/决策全链条融合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4023359"/>
            <a:ext cx="5971032" cy="960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206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EB5"/>
                </a:solidFill>
                <a:latin typeface="Microsoft YaHei"/>
              </a:rPr>
              <a:t>IMS是设备层数据接入AI的最小闭环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12079"/>
            <a:ext cx="11274552" cy="114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54864" cy="1143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智能感知+精准预警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1499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华为PLC+边缘计算+AI联动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5303519"/>
            <a:ext cx="5971032" cy="960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5486399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EB5"/>
                </a:solidFill>
                <a:latin typeface="Microsoft YaHei"/>
              </a:rPr>
              <a:t>IMS+仪表是感知层的核心数据源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同期活动：城镇水务技术与产品展示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011680" cy="8229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1430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5万平米，180余家水务材料设备企业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2011680" cy="8229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2026年4月16日-18日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1274552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2011680" cy="8229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地点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718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深圳国际会展中心（与年会同期同地）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74552" cy="82296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2011680" cy="8229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特点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8862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智慧化服务设施：自助签到制证机、人形机器人、AI打卡装置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274552" cy="82296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201168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Hach机会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8006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EB5"/>
                </a:solidFill>
                <a:latin typeface="Microsoft YaHei"/>
              </a:rPr>
              <a:t>180余家参展商中含大量潜在CP/集成商partner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数据来源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百度百科（年会基本信息）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1274552" cy="6858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中国新闻网（综合大会报道）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1274552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深圳政府在线（新闻发布会）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11274552" cy="6858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中国日报网（年会预告）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74552" cy="685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* 南方新闻网（会议详细报道）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* 注：以上均为案头研究数据，非一手参会信息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720840"/>
            <a:ext cx="11274552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78484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中国城镇供水排水协会2026年会  |  数据来源：案头研究  |  2026-04-22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