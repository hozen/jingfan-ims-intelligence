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硬件仪表竞品动态：有新品，有威胁，也有不动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分析方法：技术创新成熟度 x 市场覆盖度象限分析 | 数据来源：展商样本 + 公开报道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数据来源：展商样本；结论性质：★★★ 事实 / ★★ 有依据推断 / ★ 方向性判断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市场覆盖度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6200000">
            <a:off x="137160" y="2286000"/>
            <a:ext cx="274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技术创新成熟度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85496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25880"/>
            <a:ext cx="0" cy="329184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25880"/>
            <a:ext cx="0" cy="3291840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85496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436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低覆盖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高成熟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0175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低覆盖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92040" y="30175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高覆盖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182880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1901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E+H / 梅特勒 / 横河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21762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国际老牌，展会无大动作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2148840"/>
            <a:ext cx="457200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148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37760" y="1691640"/>
            <a:ext cx="40233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691640"/>
            <a:ext cx="54864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7647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聚光/谱育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20574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双奖得主，实验室无人化+巡检机器人，平台化整套输出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651760"/>
            <a:ext cx="40233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651760"/>
            <a:ext cx="54864" cy="8229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7249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赛莱默(Xylem)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30175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POM系统+臭氧新品，硬件AI融合，E1馆市政水务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352044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35935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格林凯瑞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8679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水质预制试剂新品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05840" y="4114800"/>
            <a:ext cx="411480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41148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017520" y="352044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359359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诺方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108960" y="386791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0.1μm颗粒计数器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08960" y="4114800"/>
            <a:ext cx="411480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3108960" y="41148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937760" y="342900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342900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507492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国产替代军团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(雷磁/虹润/深昌鸿等)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74920" y="37216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价格低40-60%，满足国产优先政策，市政采购入围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37760" y="406908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37760" y="4069080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5074920" y="4105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威立雅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74920" y="43616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人形机器人+AI降碳，综合服务AI化，E1馆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软件/平台/AI服务竞品动态：谁在重新定义竞争规则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分析方法：威胁本质 x 可copy性分层 | 数据来源：展商样本 + 论坛内容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数据来源：展商样本；论坛录音整理；可copy性：自研难度（高=难以复制，中=可以借鉴，低=容易被抄）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549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73152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435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⚠⚠⚠ 极高威胁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 (E3-G61)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179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传感器+云平台+运维一体化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7190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平台型：端到端智能监测，传感器是入口，云平台是底座，运维是粘性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0" y="1243584"/>
            <a:ext cx="457200" cy="20116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12435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可copy:极高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0060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首创环保 / 鸿泰华瑞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5179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ASMART模型+WEAM / 飛鸿AI系统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17190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把运营经验/AI决策变平台，让仪器变数据源，算法成决策核心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321040" y="1243584"/>
            <a:ext cx="457200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2435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85496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23160"/>
            <a:ext cx="73152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780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⚠⚠ 高威胁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24963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 (E3-D19/C20)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2752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AI巡检机器人+算法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9535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AI算法切入巡检场景，机器人替代人工巡检，AI创新奖认证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0" y="2478024"/>
            <a:ext cx="457200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247802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00600" y="24963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 (E1馆)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752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数字化平台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29535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平台型数字化公司，用平台能力绑定客户，重构采购决策链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21040" y="2478024"/>
            <a:ext cx="457200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247802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可copy:高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006840" y="24963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昕彤智能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06840" y="27523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剑企AI智能风机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06840" y="29535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硬件内嵌AI，曝气能耗降低30%，L4级水厂核心设备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2527280" y="2478024"/>
            <a:ext cx="457200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7" name="Text 35"/>
          <p:cNvSpPr/>
          <p:nvPr/>
        </p:nvSpPr>
        <p:spPr>
          <a:xfrm>
            <a:off x="12527280" y="247802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可copy:中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" y="3474720"/>
            <a:ext cx="8549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474720"/>
            <a:ext cx="73152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5295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中威胁（33家细分型）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" y="3547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 / 易环智能 / 盘古自动化 等33家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4360" y="38039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产品: 智慧环保平台/自动化控制+AI算法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4360" y="40050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 垂直场景绑定特定客户群体，技术copy壁垒不高但客户关系深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0" y="3529584"/>
            <a:ext cx="457200" cy="20116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0" y="35295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可copy:中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" y="4343400"/>
            <a:ext cx="854964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44074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机遇窗口：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" y="4645152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政府AI体系已成型（山水大模型+700亿知识库），监测数据进入AI分析链——数据合规性审核变严利好头部仪器厂商；水质报告AI生成参照土壤/地下水案例已落地，Hach应抢占先机。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320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竞品对标与Hach行动建议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分析方法：基于竞品动态矩阵 | 适合管理层/IMS产品线内部讨论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 有依据的推断 | 适合作为IMS产品线战略讨论输入，不构成确定性建议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硬件文明公司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(聚光/赛莱默/威立雅)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1261872"/>
            <a:ext cx="5029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12618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1691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19019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产品技术领先，平台化整套输出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2677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2468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加速软件能力内建，从卖设备转向卖监测服务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188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AI软件跨界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(鸿泰华瑞/首创环保/纽带智能)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75320" y="1261872"/>
            <a:ext cx="5029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2618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1691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19019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让仪器变数据源，算法成决策核心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608" y="22677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24688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硬件必须有软件接口，否则被管道化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08960"/>
            <a:ext cx="411480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108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国产替代军团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(雷磁/虹润/深昌鸿)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77640" y="3182112"/>
            <a:ext cx="5029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31821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" y="3611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" y="382219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价格低40-60%，国产优先政策受益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" y="4187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43891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强化服务价值和长期总拥有成本优势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41148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108960"/>
            <a:ext cx="411480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108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AI创新新锐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(智易时代/昕彤智能)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75320" y="3182112"/>
            <a:ext cx="50292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75320" y="31821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64608" y="3611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威胁本质: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64608" y="382219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垂直场景AI落地，轻量化改造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64608" y="4187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Hach应对: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64608" y="43891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评估合作或收购可能，填补AI能力短板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2026环博会竞品动态分析</dc:title>
  <dc:subject>PptxGenJS Presentation</dc:subject>
  <dc:creator>Hach中国IMS产品线</dc:creator>
  <cp:lastModifiedBy>Hach中国IMS产品线</cp:lastModifiedBy>
  <cp:revision>1</cp:revision>
  <dcterms:created xsi:type="dcterms:W3CDTF">2026-04-19T07:15:59Z</dcterms:created>
  <dcterms:modified xsi:type="dcterms:W3CDTF">2026-04-19T07:15:59Z</dcterms:modified>
</cp:coreProperties>
</file>