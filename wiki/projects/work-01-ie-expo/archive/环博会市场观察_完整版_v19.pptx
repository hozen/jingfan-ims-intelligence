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展商样本交叉验证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数据来源：第27届上海国际环博会官方发布（2026.04.15）；样本校验：微信公众号「城市中国」「环保开幕」OCR识别展商样本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716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965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13432"/>
            <a:ext cx="19659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10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3101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36941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78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40782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公众号样本交叉验证；E1馆数据来自用户发送展商截图OCR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E1数据：用户发送截图OCR，77家已识别；E3馆约200家，官方未公开完整数据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170432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70432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9712" y="1207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9632" y="15727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1865376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93家（77家已识别）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膜材料国产化价格下探明显；赛莱默、威立雅等国际品牌在列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56032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56032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39712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99632" y="29626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9632" y="3255264"/>
            <a:ext cx="25054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水质监测企业最集中；E3-C12=哈希(C12)，E3-B42=格林凯瑞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143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18120" y="114300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562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8562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185623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18562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94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569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56946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18120" y="25694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82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2826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28269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8120" y="32826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政策+采购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5568" y="3995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39959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399592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数据来源：基于展商样本类型分布推断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6272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2176272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31136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31136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31136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2395728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30752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95344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50208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0208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50208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9824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14416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69280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1" name="Text 39"/>
          <p:cNvSpPr/>
          <p:nvPr/>
        </p:nvSpPr>
        <p:spPr>
          <a:xfrm>
            <a:off x="5833872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8896" y="1993392"/>
            <a:ext cx="164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▶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33488" y="1188720"/>
            <a:ext cx="1554480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1887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88352" y="16824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88352" y="2066544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88352" y="2414016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0" name="Text 48"/>
          <p:cNvSpPr/>
          <p:nvPr/>
        </p:nvSpPr>
        <p:spPr>
          <a:xfrm>
            <a:off x="7552944" y="309067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657600"/>
            <a:ext cx="8549640" cy="80467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" y="4023360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赛莱默(Xylem)：E1馆，POM+臭氧新品；威立雅：E1馆人形机器人+AI降碳；恩德斯豪斯(EH)：全球客户论坛在瑞士，环博会未见大动作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74650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956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40487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4414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09981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1363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346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7947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313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041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3075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65392" y="1179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58191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17830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220370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240487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611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3075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6499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6499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6499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6499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29900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565392" y="30266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4290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9632" y="36301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9632" y="40507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99632" y="42519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数据来源：展商样本分析 + 官方展会主题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43000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1795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8132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17957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37944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762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8745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多款小型化水质传感器，光谱分析仪亮相，支持自适应采集、边缘预处理、分布式部署。农业面源污染、河道监测等新场景涌现。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32888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532888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25694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87121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56946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8549640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227832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2644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5661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26440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22776"/>
            <a:ext cx="8549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22776"/>
            <a:ext cx="2926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39593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261104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0" y="39593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07008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3877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343400" cy="137160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07008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481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39712" y="148132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16824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39712" y="1682496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6592" y="18836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39712" y="188366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39712" y="208483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2286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39712" y="22860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9260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3291840"/>
            <a:ext cx="252374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854964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702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4498848"/>
            <a:ext cx="8394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  ② 监测数据直接进AI分析链→ 数据质量要求系统性提升  ③ 水质报告AI生成场景参照性强（土壤/地下水案例已落地），机会窗口已开  ④ 地下水采样AI监管→ 采样规范性合规要求→ 硬件端需留有合规证据接口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499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709928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172821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189280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240280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258568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9632" y="242316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770632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78892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9632" y="29535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300984"/>
            <a:ext cx="2651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319272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99632" y="348386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95020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4023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4279392"/>
            <a:ext cx="8394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数据来源：公众号展商目录筛选，云/平台/数据/智能/数字关键词展商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81328"/>
            <a:ext cx="2651760" cy="226771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9019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549640" cy="749808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931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187952"/>
            <a:ext cx="8394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23444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1795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472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9786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121615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196596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1911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92938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194767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" y="26974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6426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935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66090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67919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549640" cy="658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342900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3374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6667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339242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341071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549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" y="416052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97280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4123944"/>
            <a:ext cx="27432" cy="5303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4142232"/>
            <a:ext cx="38130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主数据源：微信公众号「城市中国」「环保开幕」展商目录，OCR识别E2/E4/E5/E6馆展商样本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E1馆：93家（77家已识别，用户发送截图OCR）；E3馆：约200家，官方未公开完整数据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数字化公司：同时包含云/平台/数据/智能/数字关键词，共计39家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43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9632" y="152704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十五五规划纲要（2026年启动）——美丽中国建设部署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99632" y="191109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99632" y="229514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E1馆重点展商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赛莱默(Xylem)：E1馆，POM系统+臭氧新品；威立雅：人形机器人+AI降碳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水艺环保(E1-A11)、清新环境(E1-C02/D01)、天津创业(E1-042/D43)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昕彤赋能(长沙)人工智能(E1)：给水和排污系统，AI风机；中国恩菲(E1-L65)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E3馆重点展商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哈希(E3-C12★年度领军)、聚光/谱育(E3★双奖年度领军+出海先锋)、智易时代(E3-D19/C20★机器人奖)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格林凯瑞(E3-B42)、诺方(E3-B79)、深昌鸿(E3-E75)、淳业(E3-C98)、雷磁(E3-D22)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64992" y="401421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862072"/>
            <a:ext cx="26517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8620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32461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9632" y="363016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硬件仪表竞品动态：有新品，有威胁，也有不动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分析方法：技术创新成熟度 x 市场覆盖度象限分析 | 数据来源：展商样本 + 公开报道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数据来源：展商样本；结论性质：★★★ 事实 / ★★ 有依据推断 / ★ 方向性判断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市场覆盖度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16200000">
            <a:off x="109728" y="2194560"/>
            <a:ext cx="256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技术创新成熟度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85496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61872"/>
            <a:ext cx="0" cy="3273552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0" cy="3273552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907792"/>
            <a:ext cx="85496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 / 梅特勒 / 横河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0665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国际老牌，展会期间无大动作披露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286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737360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1792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聚光/谱育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92624" y="20665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双奖得主，实验室无人化+巡检机器人，平台化整套输出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8065008" y="179222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816352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16352"/>
            <a:ext cx="54864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92624" y="31455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POM系统+臭氧新品，硬件AI融合，E1馆市政水务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8065008" y="28712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格林凯瑞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水质预制试剂新品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88920" y="3401568"/>
            <a:ext cx="20574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4747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80360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0.1μm颗粒计数器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98678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846320" y="340156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401568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992624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(雷磁/虹润/深昌鸿等)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92624" y="3703320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价格低40-60%，满足国产优先政策，市政采购入围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40233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402336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992624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92624" y="4325112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人形机器人+AI降碳，综合服务AI化，E1馆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软件/平台/AI服务竞品动态：谁在重新定义竞争规则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分析方法：威胁本质 x 可copy性分层 | 数据来源：展商样本 + 论坛内容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可copy性：自研难度（高=难以复制，中=可以借鉴，低=容易被抄）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549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73152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1704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⚠⚠⚠ 极高威胁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1704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 (E3-G61)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40817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传感器+云平台+运维一体化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60934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平台型：端到端智能监测，传感器是入口，云平台是底座，运维是粘性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41648" y="1170432"/>
            <a:ext cx="566928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4041648" y="11704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可copy:极高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1792" y="1975104"/>
            <a:ext cx="4041648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704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首创环保 / 鸿泰华瑞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408176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ASMART模型+WEAM / 飛鸿AI系统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60934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把运营经验/AI决策变平台，让仪器变数据源，算法成决策核心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66176" y="1170432"/>
            <a:ext cx="56692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11704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46320" y="1975104"/>
            <a:ext cx="4041648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286000"/>
            <a:ext cx="8549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86000"/>
            <a:ext cx="73152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3317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 高威胁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 (E3-D19/C20)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AI巡检机器人+算法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AI算法切入巡检场景，机器人替代人工巡检，AI创新奖认证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52344" y="2322576"/>
            <a:ext cx="51206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275234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5643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 (E1馆)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643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数字化平台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5643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平台型数字化公司，用平台能力绑定客户，重构采购决策链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86984" y="2322576"/>
            <a:ext cx="512064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558698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91072" y="23225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昕彤智能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54203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剑企AI智能风机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91072" y="27249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硬件内嵌AI，曝气能耗降低30%，L4级水厂核心设备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21624" y="2322576"/>
            <a:ext cx="512064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8421624" y="232257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337560"/>
            <a:ext cx="8549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337560"/>
            <a:ext cx="73152" cy="6217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3374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中威胁（33家细分型）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337413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 / 易环智能 / 盘古自动化 等33家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35935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智慧环保平台/自动化控制+AI算法  ➤ 垂直场景绑定特定客户群体，技术copy壁垒不高但客户关系深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412480" y="3374136"/>
            <a:ext cx="50292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3374136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4069080"/>
            <a:ext cx="854964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41330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机遇窗口：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" y="4352544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政府AI体系已成型（山水大模型+700亿知识库），监测数据进入AI分析链——数据合规性审核变严利好头部仪器厂商；水质报告AI生成参照土壤/地下水案例已落地，Hach应抢占先机。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竞品对标与Hach行动建议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分析方法：基于竞品动态矩阵 | 适合管理层/IMS产品线内部讨论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 有依据的推断 | 适合作为IMS产品线战略讨论输入，不构成确定性建议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硬件文明公司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(聚光/赛莱默/威立雅)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5020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产品技术领先，平台化整套输出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加速软件能力内建，从卖设备转向卖监测服务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4114800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43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AI软件跨界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(鸿泰华瑞/首创环保/纽带智能)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2161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6184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让仪器变数据源，算法成决策核心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硬件必须有软件接口，否则被管道化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5020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价格低40-60%，国产优先政策受益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强化服务价值和长期总拥有成本优势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0088"/>
            <a:ext cx="41148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990088"/>
            <a:ext cx="4114800" cy="40233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90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AI创新新锐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(智易时代/昕彤智能)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306324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4655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648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垂直场景AI落地，轻量化改造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995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178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评估合作或收购可能，填补AI能力短板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2026-04-19T07:28:57Z</dcterms:created>
  <dcterms:modified xsi:type="dcterms:W3CDTF">2026-04-19T07:28:57Z</dcterms:modified>
</cp:coreProperties>
</file>