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D4D4D"/>
                </a:solidFill>
                <a:latin typeface="微软雅黑"/>
              </a:defRPr>
            </a:pPr>
            <a:r>
              <a:t>2026环博会市场观察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EB5"/>
                </a:solidFill>
                <a:latin typeface="微软雅黑"/>
              </a:defRPr>
            </a:pPr>
            <a:r>
              <a:t>产品 · 技术 · 客户需求 · 政策驱动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D4D4D"/>
                </a:solidFill>
                <a:latin typeface="微软雅黑"/>
              </a:defRPr>
            </a:pPr>
            <a:r>
              <a:t>2026年4月  |  上海新国际博览中心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数据来源：微信公众号公开OCR数据  |  样本：972家参展厂商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数据样本说明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6500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43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微信公众号文章OCR提取，共识别972家参展厂商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172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展馆覆盖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4767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E1~E7 / N1~N5 / W1~W5 共16个馆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5844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7523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最大展馆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52344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E6馆（大气治理/余热）187家、E5馆（大气治理）174家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20516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570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监测重点馆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557016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E4馆（过程控制与仪器仪表）182家、E3馆（监测与检测）15家*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25188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361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数字化展商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36168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含云/平台/系统/数据/智能关键词：39家（全馆分散）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* E3馆数据因公众号图片CDN加密仅获取15家，实际展商数量更多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展商类型分布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大气治理设备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960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~360家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E5/E6馆为主，废气处理、除尘、脱硫脱硝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代表：兰山环保、杜尔涂装等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仪表/传感器/仪器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86家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E4馆为主，过程控制与在线监测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042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代表：上泰仪器、天信仪表、威格中国、余姚市仪表四厂等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水处理/泵阀/膜材料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69家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E1/E5馆为主，市政与工业水处理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644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代表：世浦泰膜、中国水务投资、澳欣膜科技等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数字化跨界公司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40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39家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全馆分散，具备云平台+数据能力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代表：江苏纽带智能、杭州易环智能、尚云互联、盘古自动化等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环保工程/水务投资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00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~30家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00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E1/E2馆为主，BOT/PPP模式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84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代表：中国水务投资、北控水务等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洞察：大气治理展商数量最多（占比最高），仪器仪表次之，数字化跨界虽少但威胁最大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产品趋势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在线监测设备爆发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E4馆182家展商中大量展示在线水质/气体监测分析仪，替代传统实验室检测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44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反映市场需求从抽样检测向24/7实时监测转变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大气治理设备大型化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E5/E6馆361家展商，废气处理、除尘、脱硫脱硝设备展出规模大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说明存量市场依然巨大，改造升级需求持续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膜材料与分离技术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E1馆多家膜科技公司（澳欣膜、赫尔膜、世浦泰等），膜技术应用从市政向工业延伸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19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工业零排放、盐碱资源化等新场景拉动膜市场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智能泵站与计量设备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水处理板块大量泵阀、流量计、液位计展商，智能化、节能型产品为主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068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水务公司降本增效需求推动泵站数字化改造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传感器小型化与低功耗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多款在线水质传感器、光谱分析仪亮相，体积小、安装方便、支持IoT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94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分布式监测、河道监测等新场景驱动传感器创新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技术趋势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云平台与SaaS化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39家数字化展商大量展示云平台、数据中台、SaaS服务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44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监测数据上云、平台化运营成为主流，私有部署向订阅制转型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IoT与边缘计算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分布式传感器+DTU/网关+云端架构在多个展商方案中出现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低功耗、自适应采集、边缘预处理的IoT监测节点成标配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AI与大数据分析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展商展示预测性维护、异常预警、排放趋势预测等AI能力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19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从数据采集向数据挖掘、辅助决策演进，AI+监测加速融合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数字孪生与可视化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多个展台展示三维水厂、数字管网、智慧水务大屏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068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数字孪生从概念走向落地，成为运营管理标配工具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5G+工业互联网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5G网关、5G+监测方案在展会上亮相，解决传统有线方案痛点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94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5G低延时特性支撑实时控制与高清视频监控融合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客户需求趋势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从单点监测到全链路管控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客户不再满足于单台仪器，要求数据联网、平台整合、跨系统打通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44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水务集团、管网公司推动厂网河湖一体化监测需求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从买设备到买服务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设备采购向运维服务、数据服务、Saas订阅模式转变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展商普遍推出年度服务合同、远程运维、数据分析增值服务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国产替代加速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E4馆大量国内仪表厂商（同在E4-D08/E08区域的哈希也面临竞争）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19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价格敏感客户、西部/农村市场优先选用国产性价比方案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数据合规与安全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工业互联网安全、等保2.0要求推动监测数据安全需求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068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客户开始关注数据主权、传输安全、备份恢复等合规要求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双碳目标驱动碳监测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碳排放监测、碳足迹、碳核查相关展商增加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94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钢铁、化工、水泥等高耗能行业碳监测需求浮现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政策驱动：十五五规划重点方向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水环境精细化管理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十四五水污染防治向十五五过渡，黑臭水体治理、农村污水治理持续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44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流域监测、断面监测、饮用水源监测需求持续增长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大气多污染物协同控制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臭氧与PM2.5协同管控，VOCS监测、无组织排放监管加强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大气监测从点源向面源、从浓度向成因精细化管控发展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双碳目标与碳市场扩容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全国碳市场覆盖行业扩大，碳监测/碳核查需求从电力向其他行业延伸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19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碳排放在线监测、碳足迹管理、碳资产开发成为新增长点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美丽中国建设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美丽中国先行区、示范县建设推动全域环境基础设施建设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068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县、镇一级监测能力建设带来增量市场，特别是水质监测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数字环保与智慧监管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环保监管数字化转型，污染源自动监控一张网建设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94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数据联网、智慧决策、精准溯源成为监管标配要求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数字化跨界公司动向（39家）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公司名称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05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展位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058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核心业务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江苏纽带智能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E3-G61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端到端智能监测方案，整合传感器+云平台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杭州易环智能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E1-L12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智慧环保平台，数据采集+可视化+运维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北京尚云互联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774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E2-W13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774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环境监测云平台，物联网数据接入+分析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E20环境平台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8346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E1-071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834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环境产业互联网平台，连接设备与用户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91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杭州盘古自动化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2918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E4-F71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918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自动化控制系统，PLC/DCS+云端接入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4904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490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山东混沌智能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49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E4-F28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490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智能传感器+云平台一体化方案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06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缘循智能科技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2062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E4-L50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062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流体控制智能化，传感器+数据服务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663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广州云景信息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6634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E4-C21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6634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智慧水务平台，水处理数据中台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1206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重庆知行数联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1206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EB5"/>
                </a:solidFill>
                <a:latin typeface="微软雅黑"/>
              </a:defRPr>
            </a:pPr>
            <a:r>
              <a:t>E2-A43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120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智慧城市数据服务，环境数据整合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洞察：这些公司以软件+数据+云平台为核心能力，跨界切入监测硬件市场，是展会中最值得关注的新兴力量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D4D4D"/>
                </a:solidFill>
                <a:latin typeface="微软雅黑"/>
              </a:defRPr>
            </a:pPr>
            <a:r>
              <a:t>总结与启示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产品趋势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在线监测替代实验室、传感器小型化、膜材料应用扩展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监测设备向实时化、智能化、集成化发展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技术趋势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云平台SaaS化、IoT+边缘计算、AI大数据分析、数字孪生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4144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技术架构从单机设备向平台化、数字化转型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客户需求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买服务不买设备、全链路管控、国产替代、碳监测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0156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客户需求从产品向服务、从单点向平台迁移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政策驱动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十五五美丽中国、双碳目标、数字化监管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6168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政策持续推动环境监测市场扩容与升级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最值得关注的群体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39家数字化跨界公司——软件+数据+云平台能力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2180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→ 这类公司可能重塑监测行业竞争格局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2026环博会市场观察  |  数据来源：微信公众号公开OCR数据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