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EB5"/>
                </a:solidFill>
                <a:latin typeface="Microsoft YaHei"/>
              </a:rPr>
              <a:t>IMS + AI Agent 边缘部署架构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011680" cy="59436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边缘设备层
Edge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97280"/>
            <a:ext cx="1920240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143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传感器/PLC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097280"/>
            <a:ext cx="1920240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143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SCADA系统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097280"/>
            <a:ext cx="1920240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143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工业仪表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097280"/>
            <a:ext cx="1920240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143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本地数据库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99"/>
                </a:solidFill>
                <a:latin typeface="Microsoft YaHe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11274552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2011680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027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AI推理层
Inference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194560"/>
            <a:ext cx="3200400" cy="100584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24027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MCP Server
(SCADA/PLC/MQTT/Modbus)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194560"/>
            <a:ext cx="3200400" cy="1005840"/>
          </a:xfrm>
          <a:prstGeom prst="rect">
            <a:avLst/>
          </a:prstGeom>
          <a:solidFill>
            <a:srgbClr val="00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24027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LLM 大模型
(Qwen-7B INT4 本地)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194560"/>
            <a:ext cx="2011680" cy="1005840"/>
          </a:xfrm>
          <a:prstGeom prst="rect">
            <a:avLst/>
          </a:prstGeom>
          <a:solidFill>
            <a:srgbClr val="B4DCF0"/>
          </a:solidFill>
          <a:ln w="1270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24027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D4D4D"/>
                </a:solidFill>
                <a:latin typeface="Microsoft YaHei"/>
              </a:rPr>
              <a:t>结构化报告
JSON输出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2918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99"/>
                </a:solidFill>
                <a:latin typeface="Microsoft YaHe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11274552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29000"/>
            <a:ext cx="2011680" cy="777240"/>
          </a:xfrm>
          <a:prstGeom prst="rect">
            <a:avLst/>
          </a:prstGeom>
          <a:solidFill>
            <a:srgbClr val="32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747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异步报告层
Async Layer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429000"/>
            <a:ext cx="2743200" cy="777240"/>
          </a:xfrm>
          <a:prstGeom prst="rect">
            <a:avLst/>
          </a:prstGeom>
          <a:solidFill>
            <a:srgbClr val="46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4747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定时任务
报告生成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3429000"/>
            <a:ext cx="2743200" cy="777240"/>
          </a:xfrm>
          <a:prstGeom prst="rect">
            <a:avLst/>
          </a:prstGeom>
          <a:solidFill>
            <a:srgbClr val="46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4747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异常告警
触发推送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3429000"/>
            <a:ext cx="2926080" cy="777240"/>
          </a:xfrm>
          <a:prstGeom prst="rect">
            <a:avLst/>
          </a:prstGeom>
          <a:solidFill>
            <a:srgbClr val="46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34747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API / Webhook
第三方集成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251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99"/>
                </a:solidFill>
                <a:latin typeface="Microsoft YaHe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43400"/>
            <a:ext cx="11274552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434840"/>
            <a:ext cx="2011680" cy="100584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客户端层
Client Layer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434840"/>
            <a:ext cx="2011680" cy="10058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微信/企业微信
推送通知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434840"/>
            <a:ext cx="2011680" cy="10058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Dashboard
数据可视化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4434840"/>
            <a:ext cx="2011680" cy="10058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移动App
随时查看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4434840"/>
            <a:ext cx="2011680" cy="10058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6920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API对接
系统集成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✓ 数据不出厂  ✓ 本地LLM推理  ✓ 零运维  ✓ 快速上线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技术栈：MCP (Model Context Protocol) + Qwen-7B INT4 + python-pptx / FastAPI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Microsoft YaHei"/>
              </a:rPr>
              <a:t>IMS视角 | AI Agent + 边缘部署 | 2026-04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