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D4D4D"/>
                </a:solidFill>
                <a:latin typeface="Microsoft YaHei"/>
              </a:rPr>
              <a:t>中国水协2026年会</a:t>
            </a:r>
          </a:p>
          <a:p>
            <a:pPr algn="l"/>
            <a:r>
              <a:rPr sz="2800" b="0">
                <a:solidFill>
                  <a:srgbClr val="4D4D4D"/>
                </a:solidFill>
                <a:latin typeface="Microsoft YaHei"/>
              </a:rPr>
              <a:t>深度市场研究报告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  <a:latin typeface="Microsoft YaHei"/>
              </a:rPr>
              <a:t>2026年4月15-19日 · 深圳国际会展中心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数据来源：百度搜索（4月21-22日） + 媒体报道汇总 | Hach中国IMS产品线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研究框架类比Work-01环博会报告 · 覆盖：政策信号 / AI落地 / 竞争格局 / Hach机会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① AI+水务已从概念进入落地：深圳「深水云脑2.0」99%数字化覆盖，运维效率提升30%，客户满意率97%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② 仪表竞争格局已变：宁水集团、汉威科技、威铭能源等国内厂商以「AI+传感+平台」全链条方案全面亮相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③ Hach机会在于数据层：水务大模型需要高质量传感器数据；仪表精度是AI决策的基础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④ 深圳样板全国推广信号：住建部明确广东「为全国提供示范」，章林伟提「推广国货精品」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D4D4D"/>
                </a:solidFill>
                <a:latin typeface="Microsoft YaHei"/>
              </a:rPr>
              <a:t>⑤ 章林伟三大战略：数字化赋能 / 价格机制改革 / 培育龙头企业（规模化、集约化）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政策背景：「十五五」水务定调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住建部2026年四项重点工作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① 供水安全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贯彻新修订《供水条例》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② 排水防涝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统筹硬软件建设，加快北方补短板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③ 污水治理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推进管网改造和再生水利用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④ 行业支撑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完善法规标准，推动智慧化升级和人才培养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章林伟（中国水协会长）三大战略方向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① 数字化赋能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推动AI与供排水全场景深度融合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搭建水务AI数据库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加快老旧设施改造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② 价格机制改革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推动自来水价格听证制度改革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污水处理费收费机制转型</a:t>
            </a:r>
          </a:p>
          <a:p>
            <a:pPr algn="l"/>
            <a:r>
              <a:rPr sz="800" b="0">
                <a:solidFill>
                  <a:srgbClr val="4D4D4D"/>
                </a:solidFill>
                <a:latin typeface="Microsoft YaHei"/>
              </a:rPr>
              <a:t/>
            </a:r>
          </a:p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③ 培育龙头企业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探索产业整合，提升集中度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   (推广国货精品-国产化信号)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《供水条例》2026年6月1日正式施行 | 来源：住建部城市建设司综合大会发言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AI+水务：从概念到落地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深水云脑2.0 — 深圳环水集团实测数据（龚利民主讲）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超99%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数字化覆盖率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30%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运维效率提升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97%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水管家客户满意率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7EB5"/>
                </a:solidFill>
                <a:latin typeface="Microsoft YaHei"/>
              </a:rPr>
              <a:t>5%以下（国际领先）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管网漏损率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已建成：近零碳水厂 | 全地下水质净化厂 | 智能装备出口海外 | 布局开源鸿蒙生态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任南琪（哈工大）数字孪生技术架构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(天-空-地-水)一体化数据感知体系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数字孪生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多模态水质数据融合模型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Microsoft YaHei"/>
              </a:rPr>
              <a:t>图像识别原后生动物智能诊断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46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三大核心制约（亟需国产化替代）：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源代码开发与应用桡梏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行业软件与平台开发框架约束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仪器仪表开发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技术亮点：AOA污水处理新技术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彭永臻（北京工业大学/中国工程院院士）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007EB5"/>
                </a:solidFill>
                <a:latin typeface="Microsoft YaHei"/>
              </a:rPr>
              <a:t>14.3°C</a:t>
            </a:r>
          </a:p>
          <a:p>
            <a:pPr algn="l"/>
            <a:r>
              <a:rPr sz="1600" b="0">
                <a:solidFill>
                  <a:srgbClr val="4D4D4D"/>
                </a:solidFill>
                <a:latin typeface="Microsoft YaHei"/>
              </a:rPr>
              <a:t>低温下总氮 &lt; 3.8mg/L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630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对比传统AAO工艺优势：</a:t>
            </a:r>
          </a:p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• 省曝气能耗</a:t>
            </a:r>
          </a:p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• 减污泥量</a:t>
            </a:r>
          </a:p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• 降氧化亚氮（N₂O）碳排放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4D4D"/>
                </a:solidFill>
                <a:latin typeface="Microsoft YaHei"/>
              </a:rPr>
              <a:t>已有试点工程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北京高碑店水厂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657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北京定福庄水厂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合肥王小郢水厂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480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天津张贵庄水厂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关键结论：好氧区曝气控制是减小N₂O排放的关键 — Hach在线仪表（溶解氧/氨氮/总氮）是SCADA数据基础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089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Hach关联</a:t>
            </a:r>
          </a:p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AOA工艺深度脱氮要求：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在线氨氮监测（精度要求↑）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在线溶解氧控制（曝气优化）</a:t>
            </a:r>
          </a:p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在线总氮分析（数据反馈）</a:t>
            </a:r>
          </a:p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→ SCADA平台数据的重要应用场景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参展商竞争格局：仪表已经不只是仪表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180余家参展 | 5万平米 | 展会主题：精细化 / 智能化 / 绿色化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132320"/>
                <a:gridCol w="210312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展商</a:t>
                      </a:r>
                    </a:p>
                  </a:txBody>
                  <a:tcPr>
                    <a:solidFill>
                      <a:srgbClr val="007E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赛道/产品</a:t>
                      </a:r>
                    </a:p>
                  </a:txBody>
                  <a:tcPr>
                    <a:solidFill>
                      <a:srgbClr val="007E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竞争威胁</a:t>
                      </a:r>
                    </a:p>
                  </a:txBody>
                  <a:tcPr>
                    <a:solidFill>
                      <a:srgbClr val="007EB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宁水集团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AI摄像水表 + 超声波 + 电磁水表 · 管网全链方案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🔴 高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万朗集团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AI+智慧水务整体方案 · 二供AI大脑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🟠 中高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威铭能源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智慧水务全场景（威胜信息旗下）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🟠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汉威科技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传感技术（水务传感解决方案）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舜禹股份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智慧水务全链条（水源→用户→再生水）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博铭维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管网机器人 + 鸿蒙系统监测模块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🟢 低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开发科技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水计量自主知识产权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🟢 低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三川智慧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超声波/电磁水表（已获华为技术认证）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D4D4D"/>
                          </a:solidFill>
                          <a:latin typeface="Microsoft YaHei"/>
                        </a:defRPr>
                      </a:pPr>
                      <a:r>
                        <a:t>🟡 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关键观察：国内厂商已从(单品仪表)→(传感+通信+平台+AI分析)全链条方案；外资单品优势被逐渐稀释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重点展商：宁水集团 — 最直接竞争威胁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宁波水表（集团）股份有限公司 | 常务理事单位 | 国家级制造业单项冠军企业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核心产品矩阵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AI摄像水表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摄像+AI识别，无需人工读表，替代机械水表趋势明显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超声波水表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工业/商业管网计量主品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电磁水表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高精度大口径水表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79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管网精细化运维方案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从仪表向平台延伸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Hach竞争威胁评估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替代威胁 🔴 高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AI摄像水表直接替代传统机械水表；Hach机械表产品线受冲击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平台延伸 🟠 中高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从仪表向智慧水务平台延伸，与Hach SCADA直接竞争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国产化 🟠 中高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章林伟明确提出(推广国货精品)，政策有利国产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21207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价格竞争 🟡 中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国产价格普遍低于Hach，中小水务优先考虑性价比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建议：立即对标宁水集团AI摄像水表核心参数，制定差异化竞争策略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Hach机会矩阵：威胁与机会并存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IMS视角判断：仪表竞争威胁是真实的，但AI时代对高质量数据的需求也在放大Hach的核心价值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D4D4D"/>
                </a:solidFill>
                <a:latin typeface="Microsoft YaHei"/>
              </a:rPr>
              <a:t>🔴 竞争威胁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宁水集团AI摄像水表：直接替代机械表品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威铭/万朗/舜禹全链条：SCADA平台替代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鸿蒙生态锁定：无接入能力面临投标出局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价格竞争：国产仪表成本优势明显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🟢 Hach机会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AI大模型依赖高质量传感器数据（精度即壁垒）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974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AOA等新工艺对在线仪表提出更高要求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747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老旧设施改造：仪表更新换代需求（章林伟明确提出）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519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深圳样板全国推广：配套采购释放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核心判断：AI时代仪表的核心价值不是(替代人)，而是(喂给AI的数据源头)——Hach仪表精度是AI决策的基础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深圳信号：深圳住建局明确提出(为全国提供示范)；香港水务署黄恩诺出席综合大会（深圳=全国样板）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Hach行动建议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基于本次年会情报整理，后续行动优先级排序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立即行动（0-3个月）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1. 对标宁水集团AI摄像水表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获取产品规格书，与Hach产品参数逐项对比，明确差距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2. 了解深水云脑2.0数据接口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联系深圳水务科技（马丹红团队），确认仪表/SCADA对接规格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3. 联系深圳水务龚利民团队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了解仪表采购规格要求，评估Hach入围可能性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EB5"/>
                </a:solidFill>
                <a:latin typeface="Microsoft YaHei"/>
              </a:rPr>
              <a:t>中期（3-12个月）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1. 围绕《供水条例》6月1日施行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梳理Hach合规优势，编制合规产品手册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2. 建立与国内智慧水务平台合作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威铭/万朗/舜禹——仪表作为数据采集端被集成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3. 制定老旧设施改造专项方案</a:t>
            </a:r>
          </a:p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抓住(加快老旧设施改造)政策窗口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7EB5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数据来源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人民网深圳4月19日电（刘森君）— 综合大会报道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中新网广州4月19日电（记者 王坚）— 综合大会报道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百度百科 — 中国水协2026年会条目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南方+新闻（2026-04-17）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深圳政府在线 — 新闻发布会（2026-04-14）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水业圈公众号（cuwa_org_cn）— 展会动态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186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宁水集团参展信息（2026-04-18）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汉威科技参展信息（2026-04-18）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威铭能源参展信息（2026-04-16）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开发科技参展信息（2026-04-16）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万朗集团参展信息（2026-04-14）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央视网 — 深圳南山水厂报道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229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深圳特区报数字报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070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住建部城市建设司 — 综合大会发言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D4D4D"/>
                </a:solidFill>
                <a:latin typeface="Microsoft YaHei"/>
              </a:rPr>
              <a:t>中国水协官网 cuwa.org.cn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数据截至2026年4月22日 | 结论仅供参考，不构成投资建议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